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61" r:id="rId4"/>
    <p:sldId id="260" r:id="rId5"/>
    <p:sldId id="263" r:id="rId6"/>
    <p:sldId id="264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569C"/>
    <a:srgbClr val="FBB831"/>
    <a:srgbClr val="FB8569"/>
    <a:srgbClr val="8225E2"/>
    <a:srgbClr val="9C27B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d1d11c1e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e8b782381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e8b782381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a1b6e560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a1b6e560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17025" y="12804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5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17025" y="3445200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5005091" y="505536"/>
            <a:ext cx="3473592" cy="31317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 Medium" panose="02040604050005020304" pitchFamily="18" charset="0"/>
              </a:rPr>
              <a:t>Project Learning by Doing :</a:t>
            </a:r>
            <a:br>
              <a:rPr lang="en" dirty="0">
                <a:latin typeface="Amasis MT Pro Medium" panose="02040604050005020304" pitchFamily="18" charset="0"/>
              </a:rPr>
            </a:br>
            <a:r>
              <a:rPr lang="en" u="sng" dirty="0">
                <a:solidFill>
                  <a:srgbClr val="FBB831"/>
                </a:solidFill>
                <a:latin typeface="Amasis MT Pro Medium" panose="02040604050005020304" pitchFamily="18" charset="0"/>
              </a:rPr>
              <a:t>L</a:t>
            </a:r>
            <a:r>
              <a:rPr lang="en" u="sng" dirty="0">
                <a:solidFill>
                  <a:srgbClr val="FB569C"/>
                </a:solidFill>
                <a:latin typeface="Amasis MT Pro Medium" panose="02040604050005020304" pitchFamily="18" charset="0"/>
              </a:rPr>
              <a:t>e</a:t>
            </a:r>
            <a:r>
              <a:rPr lang="en" u="sng" dirty="0">
                <a:solidFill>
                  <a:srgbClr val="9C27B0"/>
                </a:solidFill>
                <a:latin typeface="Amasis MT Pro Medium" panose="02040604050005020304" pitchFamily="18" charset="0"/>
              </a:rPr>
              <a:t>a</a:t>
            </a:r>
            <a:r>
              <a:rPr lang="en" u="sng" dirty="0">
                <a:solidFill>
                  <a:srgbClr val="8225E2"/>
                </a:solidFill>
                <a:latin typeface="Amasis MT Pro Medium" panose="02040604050005020304" pitchFamily="18" charset="0"/>
              </a:rPr>
              <a:t>r</a:t>
            </a:r>
            <a:r>
              <a:rPr lang="en" u="sng" dirty="0">
                <a:solidFill>
                  <a:srgbClr val="FB8569"/>
                </a:solidFill>
                <a:latin typeface="Amasis MT Pro Medium" panose="02040604050005020304" pitchFamily="18" charset="0"/>
              </a:rPr>
              <a:t>n</a:t>
            </a:r>
            <a:r>
              <a:rPr lang="en" u="sng" dirty="0">
                <a:solidFill>
                  <a:srgbClr val="FBB831"/>
                </a:solidFill>
                <a:latin typeface="Amasis MT Pro Medium" panose="02040604050005020304" pitchFamily="18" charset="0"/>
              </a:rPr>
              <a:t>I</a:t>
            </a:r>
            <a:r>
              <a:rPr lang="en" u="sng" dirty="0">
                <a:solidFill>
                  <a:srgbClr val="FB569C"/>
                </a:solidFill>
                <a:latin typeface="Amasis MT Pro Medium" panose="02040604050005020304" pitchFamily="18" charset="0"/>
              </a:rPr>
              <a:t>T</a:t>
            </a:r>
            <a:endParaRPr u="sng" dirty="0">
              <a:solidFill>
                <a:srgbClr val="FB569C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788327" y="3942993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Presentation by Dimana Foteva, 9</a:t>
            </a:r>
            <a:r>
              <a:rPr lang="en" baseline="30000" dirty="0">
                <a:solidFill>
                  <a:schemeClr val="tx2">
                    <a:lumMod val="50000"/>
                  </a:schemeClr>
                </a:solidFill>
              </a:rPr>
              <a:t>th</a:t>
            </a: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 “G” class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57" name="Google Shape;57;p15"/>
          <p:cNvGrpSpPr/>
          <p:nvPr/>
        </p:nvGrpSpPr>
        <p:grpSpPr>
          <a:xfrm rot="1578645" flipH="1">
            <a:off x="2731727" y="1134112"/>
            <a:ext cx="1566930" cy="1715068"/>
            <a:chOff x="4718425" y="934625"/>
            <a:chExt cx="1467100" cy="1605800"/>
          </a:xfrm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rot="1578645" flipH="1">
            <a:off x="1209287" y="2129531"/>
            <a:ext cx="883060" cy="1781848"/>
            <a:chOff x="6176375" y="2540550"/>
            <a:chExt cx="826800" cy="1668325"/>
          </a:xfrm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rot="1578645" flipH="1">
            <a:off x="2276008" y="697150"/>
            <a:ext cx="709717" cy="1720355"/>
            <a:chOff x="6042175" y="934625"/>
            <a:chExt cx="664500" cy="1610750"/>
          </a:xfrm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rot="1578645" flipH="1">
            <a:off x="722626" y="1237720"/>
            <a:ext cx="1983628" cy="780902"/>
            <a:chOff x="6185550" y="1814200"/>
            <a:chExt cx="1857250" cy="731150"/>
          </a:xfrm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rot="1578645" flipH="1">
            <a:off x="2109021" y="2795838"/>
            <a:ext cx="1944805" cy="975633"/>
            <a:chOff x="4369400" y="2545175"/>
            <a:chExt cx="1820900" cy="913475"/>
          </a:xfrm>
        </p:grpSpPr>
        <p:cxnSp>
          <p:nvCxnSpPr>
            <p:cNvPr id="70" name="Google Shape;70;p15"/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rot="1578645" flipH="1">
            <a:off x="1980644" y="2609568"/>
            <a:ext cx="1276075" cy="1710769"/>
            <a:chOff x="4995600" y="2545225"/>
            <a:chExt cx="1194775" cy="1601775"/>
          </a:xfrm>
        </p:grpSpPr>
        <p:cxnSp>
          <p:nvCxnSpPr>
            <p:cNvPr id="73" name="Google Shape;73;p15"/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rot="1578645" flipH="1">
            <a:off x="966801" y="2074508"/>
            <a:ext cx="1383493" cy="664004"/>
            <a:chOff x="6190400" y="2545375"/>
            <a:chExt cx="1295350" cy="621700"/>
          </a:xfrm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rot="1578645" flipH="1">
            <a:off x="2459157" y="2311074"/>
            <a:ext cx="1561911" cy="485107"/>
            <a:chOff x="4718425" y="2096250"/>
            <a:chExt cx="1462400" cy="454200"/>
          </a:xfrm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rot="1578645" flipH="1">
            <a:off x="1623907" y="1111363"/>
            <a:ext cx="1113158" cy="1112690"/>
            <a:chOff x="6185500" y="1498650"/>
            <a:chExt cx="1042238" cy="1041800"/>
          </a:xfrm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rot="1578645" flipH="1">
            <a:off x="1819727" y="1791398"/>
            <a:ext cx="1250896" cy="1250896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154992" y="2116967"/>
            <a:ext cx="580986" cy="579903"/>
            <a:chOff x="1421638" y="4125629"/>
            <a:chExt cx="374709" cy="374010"/>
          </a:xfrm>
        </p:grpSpPr>
        <p:sp>
          <p:nvSpPr>
            <p:cNvPr id="88" name="Google Shape;88;p15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B3BE8B-04DC-E5E5-FF93-137CFB3D0EED}"/>
              </a:ext>
            </a:extLst>
          </p:cNvPr>
          <p:cNvCxnSpPr>
            <a:cxnSpLocks/>
          </p:cNvCxnSpPr>
          <p:nvPr/>
        </p:nvCxnSpPr>
        <p:spPr>
          <a:xfrm>
            <a:off x="5005091" y="3832439"/>
            <a:ext cx="34735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6FCB60-C04A-A1D5-ACB4-4E67200C236D}"/>
              </a:ext>
            </a:extLst>
          </p:cNvPr>
          <p:cNvCxnSpPr>
            <a:cxnSpLocks/>
          </p:cNvCxnSpPr>
          <p:nvPr/>
        </p:nvCxnSpPr>
        <p:spPr>
          <a:xfrm>
            <a:off x="5028427" y="4449205"/>
            <a:ext cx="34651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710275" y="37780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latin typeface="Amasis MT Pro Medium" panose="02040604050005020304" pitchFamily="18" charset="0"/>
              </a:rPr>
              <a:t>Our team: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405" name="Google Shape;405;p21"/>
          <p:cNvGrpSpPr/>
          <p:nvPr/>
        </p:nvGrpSpPr>
        <p:grpSpPr>
          <a:xfrm>
            <a:off x="3394951" y="1070516"/>
            <a:ext cx="2354098" cy="3792783"/>
            <a:chOff x="4628044" y="1300654"/>
            <a:chExt cx="1846807" cy="3326150"/>
          </a:xfrm>
        </p:grpSpPr>
        <p:sp>
          <p:nvSpPr>
            <p:cNvPr id="406" name="Google Shape;406;p21"/>
            <p:cNvSpPr/>
            <p:nvPr/>
          </p:nvSpPr>
          <p:spPr>
            <a:xfrm rot="10800000" flipH="1">
              <a:off x="4628044" y="2015463"/>
              <a:ext cx="1846800" cy="2409300"/>
            </a:xfrm>
            <a:prstGeom prst="round2SameRect">
              <a:avLst>
                <a:gd name="adj1" fmla="val 539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4710393" y="3432203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Mariela Apostolova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8" name="Google Shape;408;p21"/>
            <p:cNvSpPr txBox="1"/>
            <p:nvPr/>
          </p:nvSpPr>
          <p:spPr>
            <a:xfrm>
              <a:off x="4710393" y="3861804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Front-end Developer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4628051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Mariela Apostolova, 9</a:t>
              </a:r>
              <a:r>
                <a:rPr lang="en" baseline="300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</a:t>
              </a:r>
              <a:r>
                <a:rPr lang="en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“B”</a:t>
              </a:r>
              <a:endParaRPr dirty="0"/>
            </a:p>
          </p:txBody>
        </p:sp>
      </p:grpSp>
      <p:grpSp>
        <p:nvGrpSpPr>
          <p:cNvPr id="410" name="Google Shape;410;p21"/>
          <p:cNvGrpSpPr/>
          <p:nvPr/>
        </p:nvGrpSpPr>
        <p:grpSpPr>
          <a:xfrm>
            <a:off x="6115096" y="1070518"/>
            <a:ext cx="2354091" cy="3792781"/>
            <a:chOff x="6586924" y="1300655"/>
            <a:chExt cx="1846801" cy="3326148"/>
          </a:xfrm>
        </p:grpSpPr>
        <p:sp>
          <p:nvSpPr>
            <p:cNvPr id="411" name="Google Shape;411;p21"/>
            <p:cNvSpPr/>
            <p:nvPr/>
          </p:nvSpPr>
          <p:spPr>
            <a:xfrm rot="10800000" flipH="1">
              <a:off x="6586925" y="2015463"/>
              <a:ext cx="1846800" cy="2409300"/>
            </a:xfrm>
            <a:prstGeom prst="round2SameRect">
              <a:avLst>
                <a:gd name="adj1" fmla="val 555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6669273" y="3432202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Vsevolod Bolotov</a:t>
              </a:r>
              <a:endParaRPr sz="17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3" name="Google Shape;413;p21"/>
            <p:cNvSpPr txBox="1"/>
            <p:nvPr/>
          </p:nvSpPr>
          <p:spPr>
            <a:xfrm>
              <a:off x="6669273" y="3861803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Designer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6586924" y="1300655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Vsevolod Bolotov, 9</a:t>
              </a:r>
              <a:r>
                <a:rPr lang="en" sz="1600" baseline="300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</a:t>
              </a:r>
              <a:r>
                <a:rPr lang="en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“V”</a:t>
              </a:r>
              <a:endParaRPr sz="1600" dirty="0"/>
            </a:p>
          </p:txBody>
        </p:sp>
      </p:grpSp>
      <p:grpSp>
        <p:nvGrpSpPr>
          <p:cNvPr id="420" name="Google Shape;420;p21"/>
          <p:cNvGrpSpPr/>
          <p:nvPr/>
        </p:nvGrpSpPr>
        <p:grpSpPr>
          <a:xfrm>
            <a:off x="674802" y="1048515"/>
            <a:ext cx="2354102" cy="3814784"/>
            <a:chOff x="2669153" y="1300654"/>
            <a:chExt cx="1846809" cy="3345444"/>
          </a:xfrm>
        </p:grpSpPr>
        <p:sp>
          <p:nvSpPr>
            <p:cNvPr id="421" name="Google Shape;421;p21"/>
            <p:cNvSpPr/>
            <p:nvPr/>
          </p:nvSpPr>
          <p:spPr>
            <a:xfrm rot="10800000" flipH="1">
              <a:off x="2669162" y="2015463"/>
              <a:ext cx="1846800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1"/>
            <p:cNvSpPr txBox="1"/>
            <p:nvPr/>
          </p:nvSpPr>
          <p:spPr>
            <a:xfrm>
              <a:off x="2751503" y="3451497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Dimana Foteva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3" name="Google Shape;423;p21"/>
            <p:cNvSpPr txBox="1"/>
            <p:nvPr/>
          </p:nvSpPr>
          <p:spPr>
            <a:xfrm>
              <a:off x="2751503" y="3881098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Front-end Developer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2669153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Dimana Foteva, 9</a:t>
              </a:r>
              <a:r>
                <a:rPr lang="en" sz="1700" baseline="300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</a:t>
              </a:r>
              <a:r>
                <a:rPr lang="en" sz="17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“G”</a:t>
              </a:r>
              <a:endParaRPr dirty="0"/>
            </a:p>
          </p:txBody>
        </p:sp>
      </p:grpSp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75E0DDE0-D553-4C09-9DC7-95F8117E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2" y="1976055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" name="Picture 3" descr="A person with long red hair wearing glasses&#10;&#10;AI-generated content may be incorrect.">
            <a:extLst>
              <a:ext uri="{FF2B5EF4-FFF2-40B4-BE49-F238E27FC236}">
                <a16:creationId xmlns:a16="http://schemas.microsoft.com/office/drawing/2014/main" id="{250B43D4-66C2-4CD8-E35E-09B004B02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475" y="1976055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19DDDC-4401-1F37-9962-D2D63CC6E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3" b="8828"/>
          <a:stretch>
            <a:fillRect/>
          </a:stretch>
        </p:blipFill>
        <p:spPr bwMode="auto">
          <a:xfrm>
            <a:off x="6529614" y="1976055"/>
            <a:ext cx="1525050" cy="152505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0"/>
          <p:cNvGrpSpPr/>
          <p:nvPr/>
        </p:nvGrpSpPr>
        <p:grpSpPr>
          <a:xfrm>
            <a:off x="710297" y="1304713"/>
            <a:ext cx="1930800" cy="3056325"/>
            <a:chOff x="710297" y="1304713"/>
            <a:chExt cx="1930800" cy="3056325"/>
          </a:xfrm>
        </p:grpSpPr>
        <p:sp>
          <p:nvSpPr>
            <p:cNvPr id="301" name="Google Shape;301;p20"/>
            <p:cNvSpPr txBox="1"/>
            <p:nvPr/>
          </p:nvSpPr>
          <p:spPr>
            <a:xfrm>
              <a:off x="840865" y="3284013"/>
              <a:ext cx="1669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Connection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 rot="-5400000">
              <a:off x="1486997" y="1971563"/>
              <a:ext cx="377400" cy="1930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0"/>
            <p:cNvSpPr txBox="1"/>
            <p:nvPr/>
          </p:nvSpPr>
          <p:spPr>
            <a:xfrm>
              <a:off x="840865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Dual form students can connect with IT companies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872365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1</a:t>
              </a:r>
              <a:endParaRPr sz="17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119540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274300" y="1383613"/>
              <a:ext cx="802800" cy="80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7" name="Google Shape;307;p20"/>
            <p:cNvCxnSpPr>
              <a:endCxn id="304" idx="0"/>
            </p:cNvCxnSpPr>
            <p:nvPr/>
          </p:nvCxnSpPr>
          <p:spPr>
            <a:xfrm>
              <a:off x="1675765" y="226526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8" name="Google Shape;308;p20"/>
          <p:cNvGrpSpPr/>
          <p:nvPr/>
        </p:nvGrpSpPr>
        <p:grpSpPr>
          <a:xfrm>
            <a:off x="4572167" y="1304713"/>
            <a:ext cx="1930800" cy="3039387"/>
            <a:chOff x="4572167" y="1304713"/>
            <a:chExt cx="1930800" cy="3039387"/>
          </a:xfrm>
        </p:grpSpPr>
        <p:sp>
          <p:nvSpPr>
            <p:cNvPr id="309" name="Google Shape;309;p20"/>
            <p:cNvSpPr txBox="1"/>
            <p:nvPr/>
          </p:nvSpPr>
          <p:spPr>
            <a:xfrm>
              <a:off x="4707234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Tasks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 rot="-5400000">
              <a:off x="5348867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4637116" y="3644475"/>
              <a:ext cx="1798284" cy="699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Students do tasks </a:t>
              </a: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made to prepare students for real work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4734234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05725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5136150" y="1383613"/>
              <a:ext cx="802800" cy="80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5" name="Google Shape;315;p20"/>
            <p:cNvCxnSpPr>
              <a:stCxn id="313" idx="4"/>
              <a:endCxn id="312" idx="0"/>
            </p:cNvCxnSpPr>
            <p:nvPr/>
          </p:nvCxnSpPr>
          <p:spPr>
            <a:xfrm>
              <a:off x="5537550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0"/>
          <p:cNvGrpSpPr/>
          <p:nvPr/>
        </p:nvGrpSpPr>
        <p:grpSpPr>
          <a:xfrm>
            <a:off x="6503102" y="1304713"/>
            <a:ext cx="1930800" cy="3048565"/>
            <a:chOff x="6503102" y="1304713"/>
            <a:chExt cx="1930800" cy="3048565"/>
          </a:xfrm>
        </p:grpSpPr>
        <p:sp>
          <p:nvSpPr>
            <p:cNvPr id="317" name="Google Shape;317;p20"/>
            <p:cNvSpPr txBox="1"/>
            <p:nvPr/>
          </p:nvSpPr>
          <p:spPr>
            <a:xfrm>
              <a:off x="6638102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Jobs</a:t>
              </a:r>
              <a:endParaRPr sz="17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 rot="-5400000">
              <a:off x="7279802" y="1971562"/>
              <a:ext cx="377400" cy="19308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6576954" y="3619778"/>
              <a:ext cx="1795935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If the company likes the student, they can give them a permanent job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6665102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698817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22" name="Google Shape;322;p20"/>
            <p:cNvCxnSpPr>
              <a:stCxn id="321" idx="4"/>
              <a:endCxn id="320" idx="0"/>
            </p:cNvCxnSpPr>
            <p:nvPr/>
          </p:nvCxnSpPr>
          <p:spPr>
            <a:xfrm>
              <a:off x="746847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3" name="Google Shape;323;p20"/>
          <p:cNvGrpSpPr/>
          <p:nvPr/>
        </p:nvGrpSpPr>
        <p:grpSpPr>
          <a:xfrm>
            <a:off x="2641232" y="1304713"/>
            <a:ext cx="1930800" cy="3056325"/>
            <a:chOff x="2641232" y="1304713"/>
            <a:chExt cx="1930800" cy="3056325"/>
          </a:xfrm>
        </p:grpSpPr>
        <p:sp>
          <p:nvSpPr>
            <p:cNvPr id="324" name="Google Shape;324;p20"/>
            <p:cNvSpPr txBox="1"/>
            <p:nvPr/>
          </p:nvSpPr>
          <p:spPr>
            <a:xfrm>
              <a:off x="2774049" y="3284013"/>
              <a:ext cx="16653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Internships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 rot="-5400000">
              <a:off x="3417932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0"/>
            <p:cNvSpPr txBox="1"/>
            <p:nvPr/>
          </p:nvSpPr>
          <p:spPr>
            <a:xfrm>
              <a:off x="2771799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Students can apply for internships at the chosen company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7" name="Google Shape;327;p20"/>
            <p:cNvSpPr txBox="1"/>
            <p:nvPr/>
          </p:nvSpPr>
          <p:spPr>
            <a:xfrm>
              <a:off x="2803299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2</a:t>
              </a:r>
              <a:endParaRPr sz="17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312632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3205225" y="1383613"/>
              <a:ext cx="802800" cy="80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30" name="Google Shape;330;p20"/>
            <p:cNvCxnSpPr>
              <a:stCxn id="328" idx="4"/>
              <a:endCxn id="327" idx="0"/>
            </p:cNvCxnSpPr>
            <p:nvPr/>
          </p:nvCxnSpPr>
          <p:spPr>
            <a:xfrm>
              <a:off x="360662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latin typeface="Amasis MT Pro Medium" panose="02040604050005020304" pitchFamily="18" charset="0"/>
              </a:rPr>
              <a:t>The concepts of our idea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7067075" y="1383613"/>
            <a:ext cx="802800" cy="802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CB7AD07C-C8A9-B52C-B58D-4A97C4E9B518}"/>
              </a:ext>
            </a:extLst>
          </p:cNvPr>
          <p:cNvSpPr/>
          <p:nvPr/>
        </p:nvSpPr>
        <p:spPr>
          <a:xfrm>
            <a:off x="3379988" y="1546235"/>
            <a:ext cx="518689" cy="516495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44;p16">
            <a:extLst>
              <a:ext uri="{FF2B5EF4-FFF2-40B4-BE49-F238E27FC236}">
                <a16:creationId xmlns:a16="http://schemas.microsoft.com/office/drawing/2014/main" id="{F0308F80-16A4-0542-A1CD-7415339940E7}"/>
              </a:ext>
            </a:extLst>
          </p:cNvPr>
          <p:cNvGrpSpPr/>
          <p:nvPr/>
        </p:nvGrpSpPr>
        <p:grpSpPr>
          <a:xfrm>
            <a:off x="1426505" y="1557142"/>
            <a:ext cx="546951" cy="505588"/>
            <a:chOff x="7384751" y="4147984"/>
            <a:chExt cx="380012" cy="351274"/>
          </a:xfrm>
        </p:grpSpPr>
        <p:sp>
          <p:nvSpPr>
            <p:cNvPr id="4" name="Google Shape;145;p16">
              <a:extLst>
                <a:ext uri="{FF2B5EF4-FFF2-40B4-BE49-F238E27FC236}">
                  <a16:creationId xmlns:a16="http://schemas.microsoft.com/office/drawing/2014/main" id="{A3AC687C-0AD6-1C4A-242F-7DCF996D335B}"/>
                </a:ext>
              </a:extLst>
            </p:cNvPr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46;p16">
              <a:extLst>
                <a:ext uri="{FF2B5EF4-FFF2-40B4-BE49-F238E27FC236}">
                  <a16:creationId xmlns:a16="http://schemas.microsoft.com/office/drawing/2014/main" id="{BE187F4F-EB11-50B9-8A5F-C0F725D1ADF6}"/>
                </a:ext>
              </a:extLst>
            </p:cNvPr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47;p16">
              <a:extLst>
                <a:ext uri="{FF2B5EF4-FFF2-40B4-BE49-F238E27FC236}">
                  <a16:creationId xmlns:a16="http://schemas.microsoft.com/office/drawing/2014/main" id="{4A78A62E-4C6E-3F25-1083-8DBFE6994024}"/>
                </a:ext>
              </a:extLst>
            </p:cNvPr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8;p16">
              <a:extLst>
                <a:ext uri="{FF2B5EF4-FFF2-40B4-BE49-F238E27FC236}">
                  <a16:creationId xmlns:a16="http://schemas.microsoft.com/office/drawing/2014/main" id="{0D9802B6-D168-FAE2-7DEE-D9808993B594}"/>
                </a:ext>
              </a:extLst>
            </p:cNvPr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9;p16">
              <a:extLst>
                <a:ext uri="{FF2B5EF4-FFF2-40B4-BE49-F238E27FC236}">
                  <a16:creationId xmlns:a16="http://schemas.microsoft.com/office/drawing/2014/main" id="{17563578-E9AF-9CD9-5C68-50A5FFCD93B4}"/>
                </a:ext>
              </a:extLst>
            </p:cNvPr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573;p45">
            <a:extLst>
              <a:ext uri="{FF2B5EF4-FFF2-40B4-BE49-F238E27FC236}">
                <a16:creationId xmlns:a16="http://schemas.microsoft.com/office/drawing/2014/main" id="{A0114E32-CC69-79C7-F6F9-B96672ACE14D}"/>
              </a:ext>
            </a:extLst>
          </p:cNvPr>
          <p:cNvGrpSpPr/>
          <p:nvPr/>
        </p:nvGrpSpPr>
        <p:grpSpPr>
          <a:xfrm>
            <a:off x="7185549" y="1524421"/>
            <a:ext cx="578744" cy="554090"/>
            <a:chOff x="1819576" y="1511679"/>
            <a:chExt cx="352103" cy="352103"/>
          </a:xfrm>
        </p:grpSpPr>
        <p:sp>
          <p:nvSpPr>
            <p:cNvPr id="10" name="Google Shape;1574;p45">
              <a:extLst>
                <a:ext uri="{FF2B5EF4-FFF2-40B4-BE49-F238E27FC236}">
                  <a16:creationId xmlns:a16="http://schemas.microsoft.com/office/drawing/2014/main" id="{6CC652B9-D4F2-E345-543C-A2C2922A05DD}"/>
                </a:ext>
              </a:extLst>
            </p:cNvPr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75;p45">
              <a:extLst>
                <a:ext uri="{FF2B5EF4-FFF2-40B4-BE49-F238E27FC236}">
                  <a16:creationId xmlns:a16="http://schemas.microsoft.com/office/drawing/2014/main" id="{7D59B4F6-EFD5-EF81-6FBE-3A00A4862C7D}"/>
                </a:ext>
              </a:extLst>
            </p:cNvPr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76;p45">
              <a:extLst>
                <a:ext uri="{FF2B5EF4-FFF2-40B4-BE49-F238E27FC236}">
                  <a16:creationId xmlns:a16="http://schemas.microsoft.com/office/drawing/2014/main" id="{496DE889-98FA-BD1E-AF22-E0F666E6A466}"/>
                </a:ext>
              </a:extLst>
            </p:cNvPr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577;p45">
              <a:extLst>
                <a:ext uri="{FF2B5EF4-FFF2-40B4-BE49-F238E27FC236}">
                  <a16:creationId xmlns:a16="http://schemas.microsoft.com/office/drawing/2014/main" id="{50C1C916-5BF6-B672-4263-4A5127B7A169}"/>
                </a:ext>
              </a:extLst>
            </p:cNvPr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550;p45">
            <a:extLst>
              <a:ext uri="{FF2B5EF4-FFF2-40B4-BE49-F238E27FC236}">
                <a16:creationId xmlns:a16="http://schemas.microsoft.com/office/drawing/2014/main" id="{D71DCBFA-FBC5-E78E-14B0-C46BC544AA42}"/>
              </a:ext>
            </a:extLst>
          </p:cNvPr>
          <p:cNvGrpSpPr/>
          <p:nvPr/>
        </p:nvGrpSpPr>
        <p:grpSpPr>
          <a:xfrm>
            <a:off x="5344359" y="1548547"/>
            <a:ext cx="484188" cy="472932"/>
            <a:chOff x="4210933" y="2926777"/>
            <a:chExt cx="280072" cy="275520"/>
          </a:xfrm>
        </p:grpSpPr>
        <p:sp>
          <p:nvSpPr>
            <p:cNvPr id="29" name="Google Shape;1551;p45">
              <a:extLst>
                <a:ext uri="{FF2B5EF4-FFF2-40B4-BE49-F238E27FC236}">
                  <a16:creationId xmlns:a16="http://schemas.microsoft.com/office/drawing/2014/main" id="{DB7FD427-6913-94F1-FE7E-F71E3BDF6D3E}"/>
                </a:ext>
              </a:extLst>
            </p:cNvPr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52;p45">
              <a:extLst>
                <a:ext uri="{FF2B5EF4-FFF2-40B4-BE49-F238E27FC236}">
                  <a16:creationId xmlns:a16="http://schemas.microsoft.com/office/drawing/2014/main" id="{46E28F64-7737-3E6A-FCB4-DE882D02AA49}"/>
                </a:ext>
              </a:extLst>
            </p:cNvPr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53;p45">
              <a:extLst>
                <a:ext uri="{FF2B5EF4-FFF2-40B4-BE49-F238E27FC236}">
                  <a16:creationId xmlns:a16="http://schemas.microsoft.com/office/drawing/2014/main" id="{FB8022B2-FD78-C724-22FF-AF09D34B2EB1}"/>
                </a:ext>
              </a:extLst>
            </p:cNvPr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54;p45">
              <a:extLst>
                <a:ext uri="{FF2B5EF4-FFF2-40B4-BE49-F238E27FC236}">
                  <a16:creationId xmlns:a16="http://schemas.microsoft.com/office/drawing/2014/main" id="{8F9EC7CC-7B38-576C-20DF-8B78F80C84A0}"/>
                </a:ext>
              </a:extLst>
            </p:cNvPr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55;p45">
              <a:extLst>
                <a:ext uri="{FF2B5EF4-FFF2-40B4-BE49-F238E27FC236}">
                  <a16:creationId xmlns:a16="http://schemas.microsoft.com/office/drawing/2014/main" id="{D7D5D5B9-828F-00A4-30F3-813608AA93C0}"/>
                </a:ext>
              </a:extLst>
            </p:cNvPr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56;p45">
              <a:extLst>
                <a:ext uri="{FF2B5EF4-FFF2-40B4-BE49-F238E27FC236}">
                  <a16:creationId xmlns:a16="http://schemas.microsoft.com/office/drawing/2014/main" id="{9B93C65D-7429-A7C9-CA37-79B9E1FCC1F8}"/>
                </a:ext>
              </a:extLst>
            </p:cNvPr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57;p45">
              <a:extLst>
                <a:ext uri="{FF2B5EF4-FFF2-40B4-BE49-F238E27FC236}">
                  <a16:creationId xmlns:a16="http://schemas.microsoft.com/office/drawing/2014/main" id="{CCA891B7-473E-CA28-92EF-E78D1EE3B714}"/>
                </a:ext>
              </a:extLst>
            </p:cNvPr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58;p45">
              <a:extLst>
                <a:ext uri="{FF2B5EF4-FFF2-40B4-BE49-F238E27FC236}">
                  <a16:creationId xmlns:a16="http://schemas.microsoft.com/office/drawing/2014/main" id="{987844A6-9D0C-B98D-71B8-0861D92FC49D}"/>
                </a:ext>
              </a:extLst>
            </p:cNvPr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59;p45">
              <a:extLst>
                <a:ext uri="{FF2B5EF4-FFF2-40B4-BE49-F238E27FC236}">
                  <a16:creationId xmlns:a16="http://schemas.microsoft.com/office/drawing/2014/main" id="{3E76C11A-101D-5780-EE49-A7BDB73C123E}"/>
                </a:ext>
              </a:extLst>
            </p:cNvPr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60;p45">
              <a:extLst>
                <a:ext uri="{FF2B5EF4-FFF2-40B4-BE49-F238E27FC236}">
                  <a16:creationId xmlns:a16="http://schemas.microsoft.com/office/drawing/2014/main" id="{90384549-692F-B519-E030-8E15583C11BD}"/>
                </a:ext>
              </a:extLst>
            </p:cNvPr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61;p45">
              <a:extLst>
                <a:ext uri="{FF2B5EF4-FFF2-40B4-BE49-F238E27FC236}">
                  <a16:creationId xmlns:a16="http://schemas.microsoft.com/office/drawing/2014/main" id="{F13BEF74-58CC-CEA3-6227-80DF6D2BAF0F}"/>
                </a:ext>
              </a:extLst>
            </p:cNvPr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62;p45">
              <a:extLst>
                <a:ext uri="{FF2B5EF4-FFF2-40B4-BE49-F238E27FC236}">
                  <a16:creationId xmlns:a16="http://schemas.microsoft.com/office/drawing/2014/main" id="{2D1A2467-294B-DA3B-0F36-E7A300432637}"/>
                </a:ext>
              </a:extLst>
            </p:cNvPr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63;p45">
              <a:extLst>
                <a:ext uri="{FF2B5EF4-FFF2-40B4-BE49-F238E27FC236}">
                  <a16:creationId xmlns:a16="http://schemas.microsoft.com/office/drawing/2014/main" id="{C897CD48-8C35-76E8-7658-5F66F7BDA795}"/>
                </a:ext>
              </a:extLst>
            </p:cNvPr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latin typeface="Amasis MT Pro Medium" panose="02040604050005020304" pitchFamily="18" charset="0"/>
              </a:rPr>
              <a:t>Our main goals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255" name="Google Shape;255;p19"/>
          <p:cNvGrpSpPr/>
          <p:nvPr/>
        </p:nvGrpSpPr>
        <p:grpSpPr>
          <a:xfrm>
            <a:off x="3433276" y="2409276"/>
            <a:ext cx="5000574" cy="847200"/>
            <a:chOff x="3433276" y="2409276"/>
            <a:chExt cx="5000574" cy="847200"/>
          </a:xfrm>
        </p:grpSpPr>
        <p:sp>
          <p:nvSpPr>
            <p:cNvPr id="256" name="Google Shape;256;p19"/>
            <p:cNvSpPr/>
            <p:nvPr/>
          </p:nvSpPr>
          <p:spPr>
            <a:xfrm rot="-5400000">
              <a:off x="4121626" y="1720926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4288175" y="2639976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accent2"/>
                  </a:solidFill>
                </a:rPr>
                <a:t>Training</a:t>
              </a:r>
              <a:endParaRPr dirty="0">
                <a:solidFill>
                  <a:schemeClr val="accent2"/>
                </a:solidFill>
              </a:endParaRPr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6347050" y="2565426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Train dual form students for real-life tasks and jobs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9" name="Google Shape;259;p19"/>
          <p:cNvGrpSpPr/>
          <p:nvPr/>
        </p:nvGrpSpPr>
        <p:grpSpPr>
          <a:xfrm>
            <a:off x="3433276" y="3545638"/>
            <a:ext cx="5000574" cy="847200"/>
            <a:chOff x="3433276" y="3545638"/>
            <a:chExt cx="5000574" cy="847200"/>
          </a:xfrm>
        </p:grpSpPr>
        <p:sp>
          <p:nvSpPr>
            <p:cNvPr id="260" name="Google Shape;260;p19"/>
            <p:cNvSpPr/>
            <p:nvPr/>
          </p:nvSpPr>
          <p:spPr>
            <a:xfrm rot="-5400000">
              <a:off x="4121626" y="2857288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4288175" y="3776338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accent3"/>
                  </a:solidFill>
                </a:rPr>
                <a:t>Abilities</a:t>
              </a:r>
              <a:endParaRPr dirty="0">
                <a:solidFill>
                  <a:schemeClr val="accent3"/>
                </a:solidFill>
              </a:endParaRPr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6347050" y="3701788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Give students a chance in developing their abilities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3" name="Google Shape;263;p19"/>
          <p:cNvGrpSpPr/>
          <p:nvPr/>
        </p:nvGrpSpPr>
        <p:grpSpPr>
          <a:xfrm>
            <a:off x="3433276" y="1272915"/>
            <a:ext cx="5000499" cy="847200"/>
            <a:chOff x="3433276" y="1272915"/>
            <a:chExt cx="5000499" cy="847200"/>
          </a:xfrm>
        </p:grpSpPr>
        <p:sp>
          <p:nvSpPr>
            <p:cNvPr id="264" name="Google Shape;264;p19"/>
            <p:cNvSpPr/>
            <p:nvPr/>
          </p:nvSpPr>
          <p:spPr>
            <a:xfrm rot="-5400000">
              <a:off x="4121626" y="584565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4288175" y="1503615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Accessibility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6209875" y="1412695"/>
              <a:ext cx="2223900" cy="551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Make internships accessible and available for everyone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3" name="Google Shape;283;p19"/>
          <p:cNvGrpSpPr/>
          <p:nvPr/>
        </p:nvGrpSpPr>
        <p:grpSpPr>
          <a:xfrm>
            <a:off x="710275" y="1696445"/>
            <a:ext cx="2460575" cy="2272942"/>
            <a:chOff x="710275" y="1696445"/>
            <a:chExt cx="2460575" cy="2272942"/>
          </a:xfrm>
        </p:grpSpPr>
        <p:grpSp>
          <p:nvGrpSpPr>
            <p:cNvPr id="284" name="Google Shape;284;p19"/>
            <p:cNvGrpSpPr/>
            <p:nvPr/>
          </p:nvGrpSpPr>
          <p:grpSpPr>
            <a:xfrm>
              <a:off x="2288356" y="1696445"/>
              <a:ext cx="882450" cy="1136250"/>
              <a:chOff x="2288356" y="1696445"/>
              <a:chExt cx="882450" cy="1136250"/>
            </a:xfrm>
          </p:grpSpPr>
          <p:sp>
            <p:nvSpPr>
              <p:cNvPr id="285" name="Google Shape;285;p19"/>
              <p:cNvSpPr/>
              <p:nvPr/>
            </p:nvSpPr>
            <p:spPr>
              <a:xfrm flipH="1">
                <a:off x="2288356" y="1696445"/>
                <a:ext cx="773700" cy="7737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6" name="Google Shape;286;p19"/>
              <p:cNvCxnSpPr>
                <a:stCxn id="285" idx="0"/>
              </p:cNvCxnSpPr>
              <p:nvPr/>
            </p:nvCxnSpPr>
            <p:spPr>
              <a:xfrm>
                <a:off x="2675206" y="1696445"/>
                <a:ext cx="495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87" name="Google Shape;287;p19"/>
              <p:cNvCxnSpPr>
                <a:stCxn id="285" idx="2"/>
              </p:cNvCxnSpPr>
              <p:nvPr/>
            </p:nvCxnSpPr>
            <p:spPr>
              <a:xfrm>
                <a:off x="2288356" y="2083295"/>
                <a:ext cx="0" cy="749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8" name="Google Shape;288;p19"/>
            <p:cNvGrpSpPr/>
            <p:nvPr/>
          </p:nvGrpSpPr>
          <p:grpSpPr>
            <a:xfrm>
              <a:off x="2288412" y="2832906"/>
              <a:ext cx="882422" cy="1136481"/>
              <a:chOff x="7009125" y="3265500"/>
              <a:chExt cx="565800" cy="728700"/>
            </a:xfrm>
          </p:grpSpPr>
          <p:sp>
            <p:nvSpPr>
              <p:cNvPr id="289" name="Google Shape;289;p19"/>
              <p:cNvSpPr/>
              <p:nvPr/>
            </p:nvSpPr>
            <p:spPr>
              <a:xfrm rot="10800000">
                <a:off x="7009125" y="3498000"/>
                <a:ext cx="496200" cy="4962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0" name="Google Shape;290;p19"/>
              <p:cNvCxnSpPr>
                <a:stCxn id="289" idx="0"/>
              </p:cNvCxnSpPr>
              <p:nvPr/>
            </p:nvCxnSpPr>
            <p:spPr>
              <a:xfrm>
                <a:off x="7257225" y="3994200"/>
                <a:ext cx="317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91" name="Google Shape;291;p19"/>
              <p:cNvCxnSpPr>
                <a:stCxn id="289" idx="2"/>
              </p:cNvCxnSpPr>
              <p:nvPr/>
            </p:nvCxnSpPr>
            <p:spPr>
              <a:xfrm rot="10800000">
                <a:off x="7009125" y="3265500"/>
                <a:ext cx="0" cy="480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92" name="Google Shape;292;p19"/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93" name="Google Shape;293;p19"/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710275" y="2181958"/>
              <a:ext cx="1301700" cy="1301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779186" y="2250845"/>
              <a:ext cx="1163878" cy="1163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 dirty="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Our Project</a:t>
              </a:r>
              <a:endParaRPr sz="17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" name="Google Shape;495;p23">
            <a:extLst>
              <a:ext uri="{FF2B5EF4-FFF2-40B4-BE49-F238E27FC236}">
                <a16:creationId xmlns:a16="http://schemas.microsoft.com/office/drawing/2014/main" id="{80283371-3E04-C5C2-B27F-4BA1E2644D8A}"/>
              </a:ext>
            </a:extLst>
          </p:cNvPr>
          <p:cNvGrpSpPr/>
          <p:nvPr/>
        </p:nvGrpSpPr>
        <p:grpSpPr>
          <a:xfrm>
            <a:off x="3700397" y="1501651"/>
            <a:ext cx="388712" cy="389587"/>
            <a:chOff x="2280029" y="1970604"/>
            <a:chExt cx="353631" cy="354395"/>
          </a:xfrm>
        </p:grpSpPr>
        <p:sp>
          <p:nvSpPr>
            <p:cNvPr id="3" name="Google Shape;496;p23">
              <a:extLst>
                <a:ext uri="{FF2B5EF4-FFF2-40B4-BE49-F238E27FC236}">
                  <a16:creationId xmlns:a16="http://schemas.microsoft.com/office/drawing/2014/main" id="{AE7B1690-29C9-0DE8-052C-8F27E3F9F000}"/>
                </a:ext>
              </a:extLst>
            </p:cNvPr>
            <p:cNvSpPr/>
            <p:nvPr/>
          </p:nvSpPr>
          <p:spPr>
            <a:xfrm>
              <a:off x="2309981" y="2069086"/>
              <a:ext cx="323679" cy="255913"/>
            </a:xfrm>
            <a:custGeom>
              <a:avLst/>
              <a:gdLst/>
              <a:ahLst/>
              <a:cxnLst/>
              <a:rect l="l" t="t" r="r" b="b"/>
              <a:pathLst>
                <a:path w="10169" h="8040" extrusionOk="0">
                  <a:moveTo>
                    <a:pt x="9473" y="0"/>
                  </a:moveTo>
                  <a:cubicBezTo>
                    <a:pt x="9451" y="0"/>
                    <a:pt x="9428" y="5"/>
                    <a:pt x="9406" y="14"/>
                  </a:cubicBezTo>
                  <a:cubicBezTo>
                    <a:pt x="9335" y="62"/>
                    <a:pt x="9287" y="157"/>
                    <a:pt x="9335" y="240"/>
                  </a:cubicBezTo>
                  <a:cubicBezTo>
                    <a:pt x="9656" y="943"/>
                    <a:pt x="9835" y="1705"/>
                    <a:pt x="9835" y="2491"/>
                  </a:cubicBezTo>
                  <a:cubicBezTo>
                    <a:pt x="9835" y="3884"/>
                    <a:pt x="9287" y="5193"/>
                    <a:pt x="8299" y="6194"/>
                  </a:cubicBezTo>
                  <a:cubicBezTo>
                    <a:pt x="7323" y="7182"/>
                    <a:pt x="6001" y="7729"/>
                    <a:pt x="4596" y="7729"/>
                  </a:cubicBezTo>
                  <a:cubicBezTo>
                    <a:pt x="3763" y="7729"/>
                    <a:pt x="2977" y="7539"/>
                    <a:pt x="2251" y="7158"/>
                  </a:cubicBezTo>
                  <a:cubicBezTo>
                    <a:pt x="1632" y="6848"/>
                    <a:pt x="1084" y="6420"/>
                    <a:pt x="620" y="5896"/>
                  </a:cubicBezTo>
                  <a:lnTo>
                    <a:pt x="620" y="5896"/>
                  </a:lnTo>
                  <a:lnTo>
                    <a:pt x="1263" y="6110"/>
                  </a:lnTo>
                  <a:cubicBezTo>
                    <a:pt x="1279" y="6114"/>
                    <a:pt x="1295" y="6116"/>
                    <a:pt x="1311" y="6116"/>
                  </a:cubicBezTo>
                  <a:cubicBezTo>
                    <a:pt x="1385" y="6116"/>
                    <a:pt x="1447" y="6072"/>
                    <a:pt x="1477" y="6003"/>
                  </a:cubicBezTo>
                  <a:cubicBezTo>
                    <a:pt x="1501" y="5908"/>
                    <a:pt x="1453" y="5824"/>
                    <a:pt x="1370" y="5789"/>
                  </a:cubicBezTo>
                  <a:lnTo>
                    <a:pt x="203" y="5408"/>
                  </a:lnTo>
                  <a:cubicBezTo>
                    <a:pt x="187" y="5405"/>
                    <a:pt x="171" y="5403"/>
                    <a:pt x="156" y="5403"/>
                  </a:cubicBezTo>
                  <a:cubicBezTo>
                    <a:pt x="114" y="5403"/>
                    <a:pt x="77" y="5414"/>
                    <a:pt x="60" y="5432"/>
                  </a:cubicBezTo>
                  <a:cubicBezTo>
                    <a:pt x="12" y="5467"/>
                    <a:pt x="0" y="5527"/>
                    <a:pt x="0" y="5586"/>
                  </a:cubicBezTo>
                  <a:lnTo>
                    <a:pt x="191" y="6944"/>
                  </a:lnTo>
                  <a:cubicBezTo>
                    <a:pt x="203" y="7015"/>
                    <a:pt x="262" y="7075"/>
                    <a:pt x="358" y="7075"/>
                  </a:cubicBezTo>
                  <a:lnTo>
                    <a:pt x="381" y="7075"/>
                  </a:lnTo>
                  <a:cubicBezTo>
                    <a:pt x="477" y="7063"/>
                    <a:pt x="536" y="6979"/>
                    <a:pt x="524" y="6896"/>
                  </a:cubicBezTo>
                  <a:lnTo>
                    <a:pt x="417" y="6134"/>
                  </a:lnTo>
                  <a:lnTo>
                    <a:pt x="417" y="6134"/>
                  </a:lnTo>
                  <a:cubicBezTo>
                    <a:pt x="893" y="6670"/>
                    <a:pt x="1453" y="7122"/>
                    <a:pt x="2096" y="7444"/>
                  </a:cubicBezTo>
                  <a:cubicBezTo>
                    <a:pt x="2870" y="7849"/>
                    <a:pt x="3715" y="8039"/>
                    <a:pt x="4596" y="8039"/>
                  </a:cubicBezTo>
                  <a:cubicBezTo>
                    <a:pt x="6085" y="8039"/>
                    <a:pt x="7490" y="7456"/>
                    <a:pt x="8525" y="6420"/>
                  </a:cubicBezTo>
                  <a:cubicBezTo>
                    <a:pt x="9585" y="5360"/>
                    <a:pt x="10145" y="3979"/>
                    <a:pt x="10145" y="2491"/>
                  </a:cubicBezTo>
                  <a:cubicBezTo>
                    <a:pt x="10168" y="1645"/>
                    <a:pt x="9990" y="836"/>
                    <a:pt x="9633" y="98"/>
                  </a:cubicBezTo>
                  <a:cubicBezTo>
                    <a:pt x="9597" y="36"/>
                    <a:pt x="9536" y="0"/>
                    <a:pt x="9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97;p23">
              <a:extLst>
                <a:ext uri="{FF2B5EF4-FFF2-40B4-BE49-F238E27FC236}">
                  <a16:creationId xmlns:a16="http://schemas.microsoft.com/office/drawing/2014/main" id="{5F50DF39-153C-8F4D-8FA0-6FF43BBDB357}"/>
                </a:ext>
              </a:extLst>
            </p:cNvPr>
            <p:cNvSpPr/>
            <p:nvPr/>
          </p:nvSpPr>
          <p:spPr>
            <a:xfrm>
              <a:off x="2280029" y="1970604"/>
              <a:ext cx="322565" cy="255468"/>
            </a:xfrm>
            <a:custGeom>
              <a:avLst/>
              <a:gdLst/>
              <a:ahLst/>
              <a:cxnLst/>
              <a:rect l="l" t="t" r="r" b="b"/>
              <a:pathLst>
                <a:path w="10134" h="8026" extrusionOk="0">
                  <a:moveTo>
                    <a:pt x="5549" y="1"/>
                  </a:moveTo>
                  <a:cubicBezTo>
                    <a:pt x="4061" y="1"/>
                    <a:pt x="2668" y="584"/>
                    <a:pt x="1620" y="1620"/>
                  </a:cubicBezTo>
                  <a:cubicBezTo>
                    <a:pt x="572" y="2680"/>
                    <a:pt x="1" y="4061"/>
                    <a:pt x="1" y="5549"/>
                  </a:cubicBezTo>
                  <a:cubicBezTo>
                    <a:pt x="1" y="6382"/>
                    <a:pt x="179" y="7192"/>
                    <a:pt x="537" y="7930"/>
                  </a:cubicBezTo>
                  <a:cubicBezTo>
                    <a:pt x="572" y="7990"/>
                    <a:pt x="632" y="8026"/>
                    <a:pt x="691" y="8026"/>
                  </a:cubicBezTo>
                  <a:cubicBezTo>
                    <a:pt x="715" y="8026"/>
                    <a:pt x="727" y="8026"/>
                    <a:pt x="763" y="8002"/>
                  </a:cubicBezTo>
                  <a:cubicBezTo>
                    <a:pt x="834" y="7966"/>
                    <a:pt x="882" y="7871"/>
                    <a:pt x="834" y="7787"/>
                  </a:cubicBezTo>
                  <a:cubicBezTo>
                    <a:pt x="513" y="7085"/>
                    <a:pt x="334" y="6323"/>
                    <a:pt x="334" y="5537"/>
                  </a:cubicBezTo>
                  <a:cubicBezTo>
                    <a:pt x="334" y="4132"/>
                    <a:pt x="882" y="2822"/>
                    <a:pt x="1858" y="1834"/>
                  </a:cubicBezTo>
                  <a:cubicBezTo>
                    <a:pt x="2846" y="834"/>
                    <a:pt x="4168" y="298"/>
                    <a:pt x="5573" y="298"/>
                  </a:cubicBezTo>
                  <a:cubicBezTo>
                    <a:pt x="7097" y="298"/>
                    <a:pt x="8550" y="965"/>
                    <a:pt x="9538" y="2132"/>
                  </a:cubicBezTo>
                  <a:lnTo>
                    <a:pt x="8907" y="1918"/>
                  </a:lnTo>
                  <a:cubicBezTo>
                    <a:pt x="8890" y="1913"/>
                    <a:pt x="8874" y="1911"/>
                    <a:pt x="8858" y="1911"/>
                  </a:cubicBezTo>
                  <a:cubicBezTo>
                    <a:pt x="8784" y="1911"/>
                    <a:pt x="8722" y="1956"/>
                    <a:pt x="8692" y="2025"/>
                  </a:cubicBezTo>
                  <a:cubicBezTo>
                    <a:pt x="8669" y="2120"/>
                    <a:pt x="8704" y="2203"/>
                    <a:pt x="8800" y="2227"/>
                  </a:cubicBezTo>
                  <a:lnTo>
                    <a:pt x="9955" y="2620"/>
                  </a:lnTo>
                  <a:cubicBezTo>
                    <a:pt x="9978" y="2620"/>
                    <a:pt x="9990" y="2632"/>
                    <a:pt x="10002" y="2632"/>
                  </a:cubicBezTo>
                  <a:cubicBezTo>
                    <a:pt x="10050" y="2632"/>
                    <a:pt x="10074" y="2620"/>
                    <a:pt x="10109" y="2596"/>
                  </a:cubicBezTo>
                  <a:cubicBezTo>
                    <a:pt x="10121" y="2572"/>
                    <a:pt x="10133" y="2513"/>
                    <a:pt x="10133" y="2453"/>
                  </a:cubicBezTo>
                  <a:lnTo>
                    <a:pt x="9943" y="1108"/>
                  </a:lnTo>
                  <a:cubicBezTo>
                    <a:pt x="9932" y="1021"/>
                    <a:pt x="9871" y="964"/>
                    <a:pt x="9788" y="964"/>
                  </a:cubicBezTo>
                  <a:cubicBezTo>
                    <a:pt x="9780" y="964"/>
                    <a:pt x="9772" y="964"/>
                    <a:pt x="9764" y="965"/>
                  </a:cubicBezTo>
                  <a:cubicBezTo>
                    <a:pt x="9681" y="989"/>
                    <a:pt x="9621" y="1060"/>
                    <a:pt x="9633" y="1144"/>
                  </a:cubicBezTo>
                  <a:lnTo>
                    <a:pt x="9740" y="1906"/>
                  </a:lnTo>
                  <a:cubicBezTo>
                    <a:pt x="8681" y="703"/>
                    <a:pt x="7157" y="1"/>
                    <a:pt x="5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98;p23">
              <a:extLst>
                <a:ext uri="{FF2B5EF4-FFF2-40B4-BE49-F238E27FC236}">
                  <a16:creationId xmlns:a16="http://schemas.microsoft.com/office/drawing/2014/main" id="{1ED15569-A306-2022-E2C6-3FC814ADDFEE}"/>
                </a:ext>
              </a:extLst>
            </p:cNvPr>
            <p:cNvSpPr/>
            <p:nvPr/>
          </p:nvSpPr>
          <p:spPr>
            <a:xfrm>
              <a:off x="2411169" y="2064598"/>
              <a:ext cx="17093" cy="26928"/>
            </a:xfrm>
            <a:custGeom>
              <a:avLst/>
              <a:gdLst/>
              <a:ahLst/>
              <a:cxnLst/>
              <a:rect l="l" t="t" r="r" b="b"/>
              <a:pathLst>
                <a:path w="537" h="846" extrusionOk="0">
                  <a:moveTo>
                    <a:pt x="358" y="0"/>
                  </a:moveTo>
                  <a:cubicBezTo>
                    <a:pt x="274" y="0"/>
                    <a:pt x="191" y="72"/>
                    <a:pt x="191" y="155"/>
                  </a:cubicBezTo>
                  <a:lnTo>
                    <a:pt x="191" y="453"/>
                  </a:lnTo>
                  <a:lnTo>
                    <a:pt x="72" y="572"/>
                  </a:lnTo>
                  <a:cubicBezTo>
                    <a:pt x="12" y="631"/>
                    <a:pt x="0" y="739"/>
                    <a:pt x="72" y="798"/>
                  </a:cubicBezTo>
                  <a:cubicBezTo>
                    <a:pt x="108" y="834"/>
                    <a:pt x="155" y="846"/>
                    <a:pt x="191" y="846"/>
                  </a:cubicBezTo>
                  <a:cubicBezTo>
                    <a:pt x="239" y="846"/>
                    <a:pt x="274" y="834"/>
                    <a:pt x="310" y="798"/>
                  </a:cubicBezTo>
                  <a:lnTo>
                    <a:pt x="489" y="631"/>
                  </a:lnTo>
                  <a:cubicBezTo>
                    <a:pt x="524" y="608"/>
                    <a:pt x="536" y="560"/>
                    <a:pt x="536" y="512"/>
                  </a:cubicBezTo>
                  <a:lnTo>
                    <a:pt x="524" y="155"/>
                  </a:lnTo>
                  <a:cubicBezTo>
                    <a:pt x="524" y="72"/>
                    <a:pt x="453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99;p23">
              <a:extLst>
                <a:ext uri="{FF2B5EF4-FFF2-40B4-BE49-F238E27FC236}">
                  <a16:creationId xmlns:a16="http://schemas.microsoft.com/office/drawing/2014/main" id="{4345D2BE-E447-23AE-F89E-8ED74EF9C4C0}"/>
                </a:ext>
              </a:extLst>
            </p:cNvPr>
            <p:cNvSpPr/>
            <p:nvPr/>
          </p:nvSpPr>
          <p:spPr>
            <a:xfrm>
              <a:off x="2323254" y="2017458"/>
              <a:ext cx="267213" cy="264316"/>
            </a:xfrm>
            <a:custGeom>
              <a:avLst/>
              <a:gdLst/>
              <a:ahLst/>
              <a:cxnLst/>
              <a:rect l="l" t="t" r="r" b="b"/>
              <a:pathLst>
                <a:path w="8395" h="8304" extrusionOk="0">
                  <a:moveTo>
                    <a:pt x="2739" y="3125"/>
                  </a:moveTo>
                  <a:lnTo>
                    <a:pt x="2965" y="3160"/>
                  </a:lnTo>
                  <a:lnTo>
                    <a:pt x="3060" y="3160"/>
                  </a:lnTo>
                  <a:lnTo>
                    <a:pt x="2905" y="3529"/>
                  </a:lnTo>
                  <a:lnTo>
                    <a:pt x="2620" y="3458"/>
                  </a:lnTo>
                  <a:lnTo>
                    <a:pt x="2739" y="3125"/>
                  </a:lnTo>
                  <a:close/>
                  <a:moveTo>
                    <a:pt x="3834" y="3041"/>
                  </a:moveTo>
                  <a:lnTo>
                    <a:pt x="4167" y="3446"/>
                  </a:lnTo>
                  <a:lnTo>
                    <a:pt x="4120" y="3541"/>
                  </a:lnTo>
                  <a:cubicBezTo>
                    <a:pt x="4096" y="3636"/>
                    <a:pt x="4132" y="3720"/>
                    <a:pt x="4227" y="3756"/>
                  </a:cubicBezTo>
                  <a:cubicBezTo>
                    <a:pt x="4239" y="3756"/>
                    <a:pt x="4251" y="3767"/>
                    <a:pt x="4286" y="3767"/>
                  </a:cubicBezTo>
                  <a:cubicBezTo>
                    <a:pt x="4358" y="3767"/>
                    <a:pt x="4417" y="3720"/>
                    <a:pt x="4429" y="3660"/>
                  </a:cubicBezTo>
                  <a:lnTo>
                    <a:pt x="4477" y="3541"/>
                  </a:lnTo>
                  <a:cubicBezTo>
                    <a:pt x="4501" y="3446"/>
                    <a:pt x="4489" y="3339"/>
                    <a:pt x="4429" y="3267"/>
                  </a:cubicBezTo>
                  <a:lnTo>
                    <a:pt x="4346" y="3160"/>
                  </a:lnTo>
                  <a:lnTo>
                    <a:pt x="4620" y="3386"/>
                  </a:lnTo>
                  <a:cubicBezTo>
                    <a:pt x="4649" y="3401"/>
                    <a:pt x="4683" y="3411"/>
                    <a:pt x="4719" y="3411"/>
                  </a:cubicBezTo>
                  <a:cubicBezTo>
                    <a:pt x="4741" y="3411"/>
                    <a:pt x="4764" y="3407"/>
                    <a:pt x="4787" y="3398"/>
                  </a:cubicBezTo>
                  <a:lnTo>
                    <a:pt x="5001" y="3303"/>
                  </a:lnTo>
                  <a:lnTo>
                    <a:pt x="5132" y="3458"/>
                  </a:lnTo>
                  <a:cubicBezTo>
                    <a:pt x="5156" y="3506"/>
                    <a:pt x="5215" y="3517"/>
                    <a:pt x="5263" y="3517"/>
                  </a:cubicBezTo>
                  <a:lnTo>
                    <a:pt x="5668" y="3482"/>
                  </a:lnTo>
                  <a:lnTo>
                    <a:pt x="5679" y="3565"/>
                  </a:lnTo>
                  <a:cubicBezTo>
                    <a:pt x="5703" y="3601"/>
                    <a:pt x="5668" y="3636"/>
                    <a:pt x="5668" y="3648"/>
                  </a:cubicBezTo>
                  <a:cubicBezTo>
                    <a:pt x="5656" y="3660"/>
                    <a:pt x="5620" y="3696"/>
                    <a:pt x="5596" y="3696"/>
                  </a:cubicBezTo>
                  <a:lnTo>
                    <a:pt x="4894" y="3756"/>
                  </a:lnTo>
                  <a:cubicBezTo>
                    <a:pt x="4798" y="3756"/>
                    <a:pt x="4727" y="3815"/>
                    <a:pt x="4679" y="3875"/>
                  </a:cubicBezTo>
                  <a:cubicBezTo>
                    <a:pt x="4656" y="3934"/>
                    <a:pt x="4620" y="3994"/>
                    <a:pt x="4644" y="4053"/>
                  </a:cubicBezTo>
                  <a:lnTo>
                    <a:pt x="4179" y="3898"/>
                  </a:lnTo>
                  <a:cubicBezTo>
                    <a:pt x="4167" y="3898"/>
                    <a:pt x="4167" y="3887"/>
                    <a:pt x="4144" y="3875"/>
                  </a:cubicBezTo>
                  <a:cubicBezTo>
                    <a:pt x="4120" y="3696"/>
                    <a:pt x="3965" y="3577"/>
                    <a:pt x="3798" y="3577"/>
                  </a:cubicBezTo>
                  <a:lnTo>
                    <a:pt x="3774" y="3577"/>
                  </a:lnTo>
                  <a:lnTo>
                    <a:pt x="3274" y="3589"/>
                  </a:lnTo>
                  <a:lnTo>
                    <a:pt x="3393" y="3220"/>
                  </a:lnTo>
                  <a:cubicBezTo>
                    <a:pt x="3405" y="3184"/>
                    <a:pt x="3441" y="3172"/>
                    <a:pt x="3465" y="3160"/>
                  </a:cubicBezTo>
                  <a:lnTo>
                    <a:pt x="3834" y="3041"/>
                  </a:lnTo>
                  <a:close/>
                  <a:moveTo>
                    <a:pt x="7596" y="3601"/>
                  </a:moveTo>
                  <a:cubicBezTo>
                    <a:pt x="7620" y="3601"/>
                    <a:pt x="7656" y="3601"/>
                    <a:pt x="7692" y="3636"/>
                  </a:cubicBezTo>
                  <a:lnTo>
                    <a:pt x="8025" y="3958"/>
                  </a:lnTo>
                  <a:lnTo>
                    <a:pt x="8025" y="4256"/>
                  </a:lnTo>
                  <a:cubicBezTo>
                    <a:pt x="7977" y="5232"/>
                    <a:pt x="7584" y="6137"/>
                    <a:pt x="6906" y="6815"/>
                  </a:cubicBezTo>
                  <a:cubicBezTo>
                    <a:pt x="6799" y="6923"/>
                    <a:pt x="6692" y="7030"/>
                    <a:pt x="6572" y="7113"/>
                  </a:cubicBezTo>
                  <a:cubicBezTo>
                    <a:pt x="6632" y="7030"/>
                    <a:pt x="6680" y="6935"/>
                    <a:pt x="6727" y="6851"/>
                  </a:cubicBezTo>
                  <a:lnTo>
                    <a:pt x="7465" y="5125"/>
                  </a:lnTo>
                  <a:cubicBezTo>
                    <a:pt x="7501" y="5065"/>
                    <a:pt x="7489" y="5006"/>
                    <a:pt x="7454" y="4958"/>
                  </a:cubicBezTo>
                  <a:cubicBezTo>
                    <a:pt x="7418" y="4910"/>
                    <a:pt x="7358" y="4887"/>
                    <a:pt x="7299" y="4887"/>
                  </a:cubicBezTo>
                  <a:lnTo>
                    <a:pt x="7227" y="4887"/>
                  </a:lnTo>
                  <a:lnTo>
                    <a:pt x="7632" y="4077"/>
                  </a:lnTo>
                  <a:cubicBezTo>
                    <a:pt x="7704" y="3946"/>
                    <a:pt x="7668" y="3779"/>
                    <a:pt x="7525" y="3696"/>
                  </a:cubicBezTo>
                  <a:lnTo>
                    <a:pt x="7501" y="3660"/>
                  </a:lnTo>
                  <a:lnTo>
                    <a:pt x="7513" y="3648"/>
                  </a:lnTo>
                  <a:cubicBezTo>
                    <a:pt x="7537" y="3601"/>
                    <a:pt x="7573" y="3601"/>
                    <a:pt x="7596" y="3601"/>
                  </a:cubicBezTo>
                  <a:close/>
                  <a:moveTo>
                    <a:pt x="4239" y="1"/>
                  </a:moveTo>
                  <a:cubicBezTo>
                    <a:pt x="4176" y="1"/>
                    <a:pt x="4112" y="2"/>
                    <a:pt x="4048" y="5"/>
                  </a:cubicBezTo>
                  <a:cubicBezTo>
                    <a:pt x="3001" y="41"/>
                    <a:pt x="2000" y="481"/>
                    <a:pt x="1262" y="1220"/>
                  </a:cubicBezTo>
                  <a:cubicBezTo>
                    <a:pt x="512" y="1970"/>
                    <a:pt x="84" y="2946"/>
                    <a:pt x="36" y="4006"/>
                  </a:cubicBezTo>
                  <a:cubicBezTo>
                    <a:pt x="0" y="5041"/>
                    <a:pt x="334" y="6053"/>
                    <a:pt x="1012" y="6863"/>
                  </a:cubicBezTo>
                  <a:cubicBezTo>
                    <a:pt x="1036" y="6911"/>
                    <a:pt x="1084" y="6923"/>
                    <a:pt x="1131" y="6923"/>
                  </a:cubicBezTo>
                  <a:cubicBezTo>
                    <a:pt x="1155" y="6923"/>
                    <a:pt x="1203" y="6911"/>
                    <a:pt x="1227" y="6875"/>
                  </a:cubicBezTo>
                  <a:cubicBezTo>
                    <a:pt x="1310" y="6815"/>
                    <a:pt x="1310" y="6708"/>
                    <a:pt x="1250" y="6649"/>
                  </a:cubicBezTo>
                  <a:cubicBezTo>
                    <a:pt x="631" y="5922"/>
                    <a:pt x="310" y="4982"/>
                    <a:pt x="357" y="4017"/>
                  </a:cubicBezTo>
                  <a:cubicBezTo>
                    <a:pt x="393" y="3053"/>
                    <a:pt x="786" y="2148"/>
                    <a:pt x="1465" y="1458"/>
                  </a:cubicBezTo>
                  <a:cubicBezTo>
                    <a:pt x="2155" y="779"/>
                    <a:pt x="3060" y="374"/>
                    <a:pt x="4025" y="338"/>
                  </a:cubicBezTo>
                  <a:cubicBezTo>
                    <a:pt x="4081" y="335"/>
                    <a:pt x="4137" y="334"/>
                    <a:pt x="4192" y="334"/>
                  </a:cubicBezTo>
                  <a:cubicBezTo>
                    <a:pt x="4358" y="334"/>
                    <a:pt x="4519" y="347"/>
                    <a:pt x="4679" y="374"/>
                  </a:cubicBezTo>
                  <a:lnTo>
                    <a:pt x="4906" y="636"/>
                  </a:lnTo>
                  <a:lnTo>
                    <a:pt x="4822" y="862"/>
                  </a:lnTo>
                  <a:lnTo>
                    <a:pt x="4679" y="624"/>
                  </a:lnTo>
                  <a:cubicBezTo>
                    <a:pt x="4656" y="577"/>
                    <a:pt x="4596" y="541"/>
                    <a:pt x="4536" y="541"/>
                  </a:cubicBezTo>
                  <a:lnTo>
                    <a:pt x="4001" y="541"/>
                  </a:lnTo>
                  <a:cubicBezTo>
                    <a:pt x="3941" y="541"/>
                    <a:pt x="3882" y="565"/>
                    <a:pt x="3858" y="624"/>
                  </a:cubicBezTo>
                  <a:lnTo>
                    <a:pt x="3477" y="1327"/>
                  </a:lnTo>
                  <a:cubicBezTo>
                    <a:pt x="3441" y="1410"/>
                    <a:pt x="3441" y="1529"/>
                    <a:pt x="3477" y="1624"/>
                  </a:cubicBezTo>
                  <a:cubicBezTo>
                    <a:pt x="3524" y="1708"/>
                    <a:pt x="3632" y="1767"/>
                    <a:pt x="3739" y="1791"/>
                  </a:cubicBezTo>
                  <a:lnTo>
                    <a:pt x="4036" y="1815"/>
                  </a:lnTo>
                  <a:cubicBezTo>
                    <a:pt x="4096" y="1815"/>
                    <a:pt x="4155" y="1803"/>
                    <a:pt x="4179" y="1743"/>
                  </a:cubicBezTo>
                  <a:lnTo>
                    <a:pt x="4286" y="1577"/>
                  </a:lnTo>
                  <a:lnTo>
                    <a:pt x="4346" y="1648"/>
                  </a:lnTo>
                  <a:lnTo>
                    <a:pt x="4298" y="1934"/>
                  </a:lnTo>
                  <a:lnTo>
                    <a:pt x="3798" y="2005"/>
                  </a:lnTo>
                  <a:cubicBezTo>
                    <a:pt x="3763" y="2005"/>
                    <a:pt x="3751" y="2029"/>
                    <a:pt x="3715" y="2041"/>
                  </a:cubicBezTo>
                  <a:lnTo>
                    <a:pt x="3072" y="2517"/>
                  </a:lnTo>
                  <a:cubicBezTo>
                    <a:pt x="3048" y="2541"/>
                    <a:pt x="3024" y="2577"/>
                    <a:pt x="3024" y="2601"/>
                  </a:cubicBezTo>
                  <a:lnTo>
                    <a:pt x="2941" y="2898"/>
                  </a:lnTo>
                  <a:lnTo>
                    <a:pt x="2727" y="2874"/>
                  </a:lnTo>
                  <a:cubicBezTo>
                    <a:pt x="2716" y="2874"/>
                    <a:pt x="2706" y="2873"/>
                    <a:pt x="2696" y="2873"/>
                  </a:cubicBezTo>
                  <a:cubicBezTo>
                    <a:pt x="2565" y="2873"/>
                    <a:pt x="2449" y="2943"/>
                    <a:pt x="2405" y="3065"/>
                  </a:cubicBezTo>
                  <a:lnTo>
                    <a:pt x="2274" y="3422"/>
                  </a:lnTo>
                  <a:cubicBezTo>
                    <a:pt x="2250" y="3494"/>
                    <a:pt x="2250" y="3589"/>
                    <a:pt x="2286" y="3660"/>
                  </a:cubicBezTo>
                  <a:cubicBezTo>
                    <a:pt x="2334" y="3732"/>
                    <a:pt x="2393" y="3791"/>
                    <a:pt x="2465" y="3815"/>
                  </a:cubicBezTo>
                  <a:cubicBezTo>
                    <a:pt x="2322" y="3887"/>
                    <a:pt x="2215" y="4029"/>
                    <a:pt x="2203" y="4196"/>
                  </a:cubicBezTo>
                  <a:lnTo>
                    <a:pt x="2203" y="4268"/>
                  </a:lnTo>
                  <a:lnTo>
                    <a:pt x="1739" y="4791"/>
                  </a:lnTo>
                  <a:cubicBezTo>
                    <a:pt x="1667" y="4863"/>
                    <a:pt x="1631" y="4970"/>
                    <a:pt x="1631" y="5077"/>
                  </a:cubicBezTo>
                  <a:lnTo>
                    <a:pt x="1631" y="5684"/>
                  </a:lnTo>
                  <a:cubicBezTo>
                    <a:pt x="1631" y="5839"/>
                    <a:pt x="1691" y="5994"/>
                    <a:pt x="1810" y="6101"/>
                  </a:cubicBezTo>
                  <a:lnTo>
                    <a:pt x="2239" y="6518"/>
                  </a:lnTo>
                  <a:cubicBezTo>
                    <a:pt x="2334" y="6613"/>
                    <a:pt x="2465" y="6673"/>
                    <a:pt x="2596" y="6684"/>
                  </a:cubicBezTo>
                  <a:lnTo>
                    <a:pt x="3882" y="6792"/>
                  </a:lnTo>
                  <a:lnTo>
                    <a:pt x="3882" y="6827"/>
                  </a:lnTo>
                  <a:cubicBezTo>
                    <a:pt x="3870" y="6994"/>
                    <a:pt x="3929" y="7149"/>
                    <a:pt x="4060" y="7232"/>
                  </a:cubicBezTo>
                  <a:lnTo>
                    <a:pt x="4286" y="7399"/>
                  </a:lnTo>
                  <a:lnTo>
                    <a:pt x="4263" y="7446"/>
                  </a:lnTo>
                  <a:cubicBezTo>
                    <a:pt x="4203" y="7601"/>
                    <a:pt x="4263" y="7804"/>
                    <a:pt x="4406" y="7899"/>
                  </a:cubicBezTo>
                  <a:lnTo>
                    <a:pt x="4465" y="7958"/>
                  </a:lnTo>
                  <a:cubicBezTo>
                    <a:pt x="4406" y="7958"/>
                    <a:pt x="4358" y="7982"/>
                    <a:pt x="4298" y="7982"/>
                  </a:cubicBezTo>
                  <a:cubicBezTo>
                    <a:pt x="4250" y="7984"/>
                    <a:pt x="4202" y="7985"/>
                    <a:pt x="4153" y="7985"/>
                  </a:cubicBezTo>
                  <a:cubicBezTo>
                    <a:pt x="3241" y="7985"/>
                    <a:pt x="2368" y="7666"/>
                    <a:pt x="1667" y="7089"/>
                  </a:cubicBezTo>
                  <a:cubicBezTo>
                    <a:pt x="1630" y="7062"/>
                    <a:pt x="1590" y="7050"/>
                    <a:pt x="1553" y="7050"/>
                  </a:cubicBezTo>
                  <a:cubicBezTo>
                    <a:pt x="1508" y="7050"/>
                    <a:pt x="1467" y="7068"/>
                    <a:pt x="1441" y="7101"/>
                  </a:cubicBezTo>
                  <a:cubicBezTo>
                    <a:pt x="1381" y="7173"/>
                    <a:pt x="1393" y="7280"/>
                    <a:pt x="1453" y="7327"/>
                  </a:cubicBezTo>
                  <a:cubicBezTo>
                    <a:pt x="2215" y="7958"/>
                    <a:pt x="3155" y="8304"/>
                    <a:pt x="4132" y="8304"/>
                  </a:cubicBezTo>
                  <a:lnTo>
                    <a:pt x="4298" y="8304"/>
                  </a:lnTo>
                  <a:cubicBezTo>
                    <a:pt x="5334" y="8256"/>
                    <a:pt x="6334" y="7827"/>
                    <a:pt x="7084" y="7089"/>
                  </a:cubicBezTo>
                  <a:cubicBezTo>
                    <a:pt x="7823" y="6339"/>
                    <a:pt x="8251" y="5363"/>
                    <a:pt x="8299" y="4303"/>
                  </a:cubicBezTo>
                  <a:cubicBezTo>
                    <a:pt x="8394" y="3220"/>
                    <a:pt x="8049" y="2208"/>
                    <a:pt x="7382" y="1422"/>
                  </a:cubicBezTo>
                  <a:cubicBezTo>
                    <a:pt x="7350" y="1377"/>
                    <a:pt x="7304" y="1356"/>
                    <a:pt x="7258" y="1356"/>
                  </a:cubicBezTo>
                  <a:cubicBezTo>
                    <a:pt x="7220" y="1356"/>
                    <a:pt x="7183" y="1371"/>
                    <a:pt x="7156" y="1398"/>
                  </a:cubicBezTo>
                  <a:cubicBezTo>
                    <a:pt x="7084" y="1458"/>
                    <a:pt x="7084" y="1565"/>
                    <a:pt x="7144" y="1624"/>
                  </a:cubicBezTo>
                  <a:cubicBezTo>
                    <a:pt x="7584" y="2148"/>
                    <a:pt x="7870" y="2791"/>
                    <a:pt x="7989" y="3458"/>
                  </a:cubicBezTo>
                  <a:lnTo>
                    <a:pt x="7942" y="3410"/>
                  </a:lnTo>
                  <a:cubicBezTo>
                    <a:pt x="7867" y="3335"/>
                    <a:pt x="7754" y="3289"/>
                    <a:pt x="7628" y="3289"/>
                  </a:cubicBezTo>
                  <a:cubicBezTo>
                    <a:pt x="7614" y="3289"/>
                    <a:pt x="7599" y="3290"/>
                    <a:pt x="7584" y="3291"/>
                  </a:cubicBezTo>
                  <a:cubicBezTo>
                    <a:pt x="7454" y="3303"/>
                    <a:pt x="7334" y="3386"/>
                    <a:pt x="7263" y="3506"/>
                  </a:cubicBezTo>
                  <a:lnTo>
                    <a:pt x="7227" y="3541"/>
                  </a:lnTo>
                  <a:cubicBezTo>
                    <a:pt x="7156" y="3541"/>
                    <a:pt x="7084" y="3577"/>
                    <a:pt x="7025" y="3625"/>
                  </a:cubicBezTo>
                  <a:lnTo>
                    <a:pt x="6811" y="3363"/>
                  </a:lnTo>
                  <a:cubicBezTo>
                    <a:pt x="6779" y="3325"/>
                    <a:pt x="6739" y="3307"/>
                    <a:pt x="6698" y="3307"/>
                  </a:cubicBezTo>
                  <a:cubicBezTo>
                    <a:pt x="6661" y="3307"/>
                    <a:pt x="6625" y="3322"/>
                    <a:pt x="6596" y="3351"/>
                  </a:cubicBezTo>
                  <a:cubicBezTo>
                    <a:pt x="6513" y="3410"/>
                    <a:pt x="6513" y="3517"/>
                    <a:pt x="6572" y="3577"/>
                  </a:cubicBezTo>
                  <a:lnTo>
                    <a:pt x="6906" y="3958"/>
                  </a:lnTo>
                  <a:cubicBezTo>
                    <a:pt x="6930" y="3994"/>
                    <a:pt x="6977" y="4017"/>
                    <a:pt x="7025" y="4017"/>
                  </a:cubicBezTo>
                  <a:cubicBezTo>
                    <a:pt x="7073" y="4017"/>
                    <a:pt x="7108" y="4006"/>
                    <a:pt x="7144" y="3970"/>
                  </a:cubicBezTo>
                  <a:lnTo>
                    <a:pt x="7251" y="3875"/>
                  </a:lnTo>
                  <a:lnTo>
                    <a:pt x="7382" y="3958"/>
                  </a:lnTo>
                  <a:lnTo>
                    <a:pt x="6894" y="4934"/>
                  </a:lnTo>
                  <a:lnTo>
                    <a:pt x="6858" y="4934"/>
                  </a:lnTo>
                  <a:cubicBezTo>
                    <a:pt x="6834" y="4934"/>
                    <a:pt x="6787" y="4910"/>
                    <a:pt x="6775" y="4887"/>
                  </a:cubicBezTo>
                  <a:lnTo>
                    <a:pt x="6132" y="4101"/>
                  </a:lnTo>
                  <a:cubicBezTo>
                    <a:pt x="6098" y="4053"/>
                    <a:pt x="6049" y="4033"/>
                    <a:pt x="6001" y="4033"/>
                  </a:cubicBezTo>
                  <a:cubicBezTo>
                    <a:pt x="5966" y="4033"/>
                    <a:pt x="5931" y="4045"/>
                    <a:pt x="5906" y="4065"/>
                  </a:cubicBezTo>
                  <a:cubicBezTo>
                    <a:pt x="5834" y="4125"/>
                    <a:pt x="5834" y="4232"/>
                    <a:pt x="5882" y="4291"/>
                  </a:cubicBezTo>
                  <a:lnTo>
                    <a:pt x="6513" y="5077"/>
                  </a:lnTo>
                  <a:cubicBezTo>
                    <a:pt x="6608" y="5184"/>
                    <a:pt x="6739" y="5244"/>
                    <a:pt x="6894" y="5244"/>
                  </a:cubicBezTo>
                  <a:lnTo>
                    <a:pt x="7096" y="5232"/>
                  </a:lnTo>
                  <a:lnTo>
                    <a:pt x="6453" y="6720"/>
                  </a:lnTo>
                  <a:cubicBezTo>
                    <a:pt x="6418" y="6815"/>
                    <a:pt x="6346" y="6923"/>
                    <a:pt x="6275" y="7018"/>
                  </a:cubicBezTo>
                  <a:lnTo>
                    <a:pt x="5775" y="7625"/>
                  </a:lnTo>
                  <a:cubicBezTo>
                    <a:pt x="5513" y="7744"/>
                    <a:pt x="5251" y="7816"/>
                    <a:pt x="4965" y="7875"/>
                  </a:cubicBezTo>
                  <a:lnTo>
                    <a:pt x="4691" y="7625"/>
                  </a:lnTo>
                  <a:cubicBezTo>
                    <a:pt x="4656" y="7589"/>
                    <a:pt x="4644" y="7554"/>
                    <a:pt x="4656" y="7506"/>
                  </a:cubicBezTo>
                  <a:lnTo>
                    <a:pt x="4703" y="7339"/>
                  </a:lnTo>
                  <a:cubicBezTo>
                    <a:pt x="4715" y="7280"/>
                    <a:pt x="4703" y="7208"/>
                    <a:pt x="4644" y="7161"/>
                  </a:cubicBezTo>
                  <a:lnTo>
                    <a:pt x="4322" y="6923"/>
                  </a:lnTo>
                  <a:cubicBezTo>
                    <a:pt x="4298" y="6899"/>
                    <a:pt x="4286" y="6863"/>
                    <a:pt x="4286" y="6815"/>
                  </a:cubicBezTo>
                  <a:lnTo>
                    <a:pt x="4310" y="6613"/>
                  </a:lnTo>
                  <a:cubicBezTo>
                    <a:pt x="4310" y="6565"/>
                    <a:pt x="4310" y="6518"/>
                    <a:pt x="4286" y="6494"/>
                  </a:cubicBezTo>
                  <a:cubicBezTo>
                    <a:pt x="4251" y="6458"/>
                    <a:pt x="4203" y="6434"/>
                    <a:pt x="4167" y="6434"/>
                  </a:cubicBezTo>
                  <a:lnTo>
                    <a:pt x="2703" y="6315"/>
                  </a:lnTo>
                  <a:cubicBezTo>
                    <a:pt x="2643" y="6315"/>
                    <a:pt x="2596" y="6280"/>
                    <a:pt x="2560" y="6244"/>
                  </a:cubicBezTo>
                  <a:lnTo>
                    <a:pt x="2120" y="5827"/>
                  </a:lnTo>
                  <a:cubicBezTo>
                    <a:pt x="2084" y="5780"/>
                    <a:pt x="2048" y="5708"/>
                    <a:pt x="2048" y="5649"/>
                  </a:cubicBezTo>
                  <a:lnTo>
                    <a:pt x="2048" y="5030"/>
                  </a:lnTo>
                  <a:cubicBezTo>
                    <a:pt x="2048" y="5006"/>
                    <a:pt x="2060" y="4970"/>
                    <a:pt x="2084" y="4958"/>
                  </a:cubicBezTo>
                  <a:lnTo>
                    <a:pt x="2572" y="4398"/>
                  </a:lnTo>
                  <a:cubicBezTo>
                    <a:pt x="2596" y="4363"/>
                    <a:pt x="2620" y="4339"/>
                    <a:pt x="2620" y="4291"/>
                  </a:cubicBezTo>
                  <a:lnTo>
                    <a:pt x="2620" y="4160"/>
                  </a:lnTo>
                  <a:cubicBezTo>
                    <a:pt x="2620" y="4113"/>
                    <a:pt x="2643" y="4065"/>
                    <a:pt x="2691" y="4053"/>
                  </a:cubicBezTo>
                  <a:lnTo>
                    <a:pt x="3072" y="3887"/>
                  </a:lnTo>
                  <a:lnTo>
                    <a:pt x="3810" y="3875"/>
                  </a:lnTo>
                  <a:cubicBezTo>
                    <a:pt x="3822" y="3875"/>
                    <a:pt x="3834" y="3887"/>
                    <a:pt x="3834" y="3898"/>
                  </a:cubicBezTo>
                  <a:cubicBezTo>
                    <a:pt x="3846" y="4029"/>
                    <a:pt x="3953" y="4137"/>
                    <a:pt x="4072" y="4184"/>
                  </a:cubicBezTo>
                  <a:lnTo>
                    <a:pt x="4596" y="4363"/>
                  </a:lnTo>
                  <a:cubicBezTo>
                    <a:pt x="4628" y="4370"/>
                    <a:pt x="4661" y="4374"/>
                    <a:pt x="4693" y="4374"/>
                  </a:cubicBezTo>
                  <a:cubicBezTo>
                    <a:pt x="4766" y="4374"/>
                    <a:pt x="4836" y="4353"/>
                    <a:pt x="4894" y="4303"/>
                  </a:cubicBezTo>
                  <a:cubicBezTo>
                    <a:pt x="4953" y="4244"/>
                    <a:pt x="5001" y="4148"/>
                    <a:pt x="4989" y="4065"/>
                  </a:cubicBezTo>
                  <a:lnTo>
                    <a:pt x="5644" y="4017"/>
                  </a:lnTo>
                  <a:cubicBezTo>
                    <a:pt x="5751" y="4006"/>
                    <a:pt x="5882" y="3946"/>
                    <a:pt x="5953" y="3839"/>
                  </a:cubicBezTo>
                  <a:cubicBezTo>
                    <a:pt x="6025" y="3732"/>
                    <a:pt x="6060" y="3613"/>
                    <a:pt x="6025" y="3482"/>
                  </a:cubicBezTo>
                  <a:lnTo>
                    <a:pt x="6013" y="3398"/>
                  </a:lnTo>
                  <a:cubicBezTo>
                    <a:pt x="5980" y="3258"/>
                    <a:pt x="5870" y="3157"/>
                    <a:pt x="5725" y="3157"/>
                  </a:cubicBezTo>
                  <a:cubicBezTo>
                    <a:pt x="5710" y="3157"/>
                    <a:pt x="5695" y="3158"/>
                    <a:pt x="5679" y="3160"/>
                  </a:cubicBezTo>
                  <a:lnTo>
                    <a:pt x="5346" y="3184"/>
                  </a:lnTo>
                  <a:lnTo>
                    <a:pt x="5298" y="3125"/>
                  </a:lnTo>
                  <a:lnTo>
                    <a:pt x="5739" y="2684"/>
                  </a:lnTo>
                  <a:cubicBezTo>
                    <a:pt x="5799" y="2624"/>
                    <a:pt x="5799" y="2517"/>
                    <a:pt x="5739" y="2458"/>
                  </a:cubicBezTo>
                  <a:cubicBezTo>
                    <a:pt x="5709" y="2428"/>
                    <a:pt x="5671" y="2413"/>
                    <a:pt x="5632" y="2413"/>
                  </a:cubicBezTo>
                  <a:cubicBezTo>
                    <a:pt x="5593" y="2413"/>
                    <a:pt x="5554" y="2428"/>
                    <a:pt x="5525" y="2458"/>
                  </a:cubicBezTo>
                  <a:lnTo>
                    <a:pt x="4965" y="3005"/>
                  </a:lnTo>
                  <a:lnTo>
                    <a:pt x="4787" y="3077"/>
                  </a:lnTo>
                  <a:lnTo>
                    <a:pt x="4286" y="2696"/>
                  </a:lnTo>
                  <a:cubicBezTo>
                    <a:pt x="4251" y="2669"/>
                    <a:pt x="4208" y="2656"/>
                    <a:pt x="4169" y="2656"/>
                  </a:cubicBezTo>
                  <a:cubicBezTo>
                    <a:pt x="4156" y="2656"/>
                    <a:pt x="4144" y="2657"/>
                    <a:pt x="4132" y="2660"/>
                  </a:cubicBezTo>
                  <a:lnTo>
                    <a:pt x="3417" y="2886"/>
                  </a:lnTo>
                  <a:cubicBezTo>
                    <a:pt x="3405" y="2886"/>
                    <a:pt x="3370" y="2898"/>
                    <a:pt x="3358" y="2922"/>
                  </a:cubicBezTo>
                  <a:lnTo>
                    <a:pt x="3405" y="2708"/>
                  </a:lnTo>
                  <a:lnTo>
                    <a:pt x="3977" y="2291"/>
                  </a:lnTo>
                  <a:lnTo>
                    <a:pt x="4548" y="2208"/>
                  </a:lnTo>
                  <a:cubicBezTo>
                    <a:pt x="4632" y="2184"/>
                    <a:pt x="4691" y="2148"/>
                    <a:pt x="4691" y="2065"/>
                  </a:cubicBezTo>
                  <a:lnTo>
                    <a:pt x="4751" y="1589"/>
                  </a:lnTo>
                  <a:cubicBezTo>
                    <a:pt x="4751" y="1553"/>
                    <a:pt x="4751" y="1505"/>
                    <a:pt x="4715" y="1470"/>
                  </a:cubicBezTo>
                  <a:lnTo>
                    <a:pt x="4477" y="1172"/>
                  </a:lnTo>
                  <a:cubicBezTo>
                    <a:pt x="4441" y="1136"/>
                    <a:pt x="4406" y="1112"/>
                    <a:pt x="4346" y="1112"/>
                  </a:cubicBezTo>
                  <a:cubicBezTo>
                    <a:pt x="4298" y="1112"/>
                    <a:pt x="4239" y="1148"/>
                    <a:pt x="4215" y="1196"/>
                  </a:cubicBezTo>
                  <a:lnTo>
                    <a:pt x="4036" y="1446"/>
                  </a:lnTo>
                  <a:lnTo>
                    <a:pt x="3834" y="1434"/>
                  </a:lnTo>
                  <a:lnTo>
                    <a:pt x="4155" y="815"/>
                  </a:lnTo>
                  <a:lnTo>
                    <a:pt x="4477" y="815"/>
                  </a:lnTo>
                  <a:lnTo>
                    <a:pt x="4727" y="1267"/>
                  </a:lnTo>
                  <a:cubicBezTo>
                    <a:pt x="4763" y="1327"/>
                    <a:pt x="4822" y="1350"/>
                    <a:pt x="4882" y="1350"/>
                  </a:cubicBezTo>
                  <a:cubicBezTo>
                    <a:pt x="4941" y="1350"/>
                    <a:pt x="5001" y="1315"/>
                    <a:pt x="5025" y="1255"/>
                  </a:cubicBezTo>
                  <a:lnTo>
                    <a:pt x="5251" y="719"/>
                  </a:lnTo>
                  <a:cubicBezTo>
                    <a:pt x="5298" y="624"/>
                    <a:pt x="5287" y="505"/>
                    <a:pt x="5215" y="434"/>
                  </a:cubicBezTo>
                  <a:lnTo>
                    <a:pt x="5215" y="434"/>
                  </a:lnTo>
                  <a:cubicBezTo>
                    <a:pt x="5751" y="577"/>
                    <a:pt x="6263" y="839"/>
                    <a:pt x="6692" y="1208"/>
                  </a:cubicBezTo>
                  <a:cubicBezTo>
                    <a:pt x="6724" y="1234"/>
                    <a:pt x="6763" y="1247"/>
                    <a:pt x="6801" y="1247"/>
                  </a:cubicBezTo>
                  <a:cubicBezTo>
                    <a:pt x="6847" y="1247"/>
                    <a:pt x="6892" y="1228"/>
                    <a:pt x="6918" y="1196"/>
                  </a:cubicBezTo>
                  <a:cubicBezTo>
                    <a:pt x="6977" y="1112"/>
                    <a:pt x="6965" y="1017"/>
                    <a:pt x="6906" y="969"/>
                  </a:cubicBezTo>
                  <a:cubicBezTo>
                    <a:pt x="6157" y="343"/>
                    <a:pt x="5219" y="1"/>
                    <a:pt x="4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" name="Google Shape;187;p17">
            <a:extLst>
              <a:ext uri="{FF2B5EF4-FFF2-40B4-BE49-F238E27FC236}">
                <a16:creationId xmlns:a16="http://schemas.microsoft.com/office/drawing/2014/main" id="{A3EC96F9-59F8-77AE-421B-731B609C0D17}"/>
              </a:ext>
            </a:extLst>
          </p:cNvPr>
          <p:cNvGrpSpPr/>
          <p:nvPr/>
        </p:nvGrpSpPr>
        <p:grpSpPr>
          <a:xfrm>
            <a:off x="3733320" y="2639976"/>
            <a:ext cx="391453" cy="375370"/>
            <a:chOff x="5049725" y="2027900"/>
            <a:chExt cx="481750" cy="481850"/>
          </a:xfrm>
        </p:grpSpPr>
        <p:sp>
          <p:nvSpPr>
            <p:cNvPr id="8" name="Google Shape;188;p17">
              <a:extLst>
                <a:ext uri="{FF2B5EF4-FFF2-40B4-BE49-F238E27FC236}">
                  <a16:creationId xmlns:a16="http://schemas.microsoft.com/office/drawing/2014/main" id="{47A53616-5209-7E26-9695-1EFA33CC8A98}"/>
                </a:ext>
              </a:extLst>
            </p:cNvPr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189;p17">
              <a:extLst>
                <a:ext uri="{FF2B5EF4-FFF2-40B4-BE49-F238E27FC236}">
                  <a16:creationId xmlns:a16="http://schemas.microsoft.com/office/drawing/2014/main" id="{BE487532-32C3-83C8-9931-A32FB0D9FD7B}"/>
                </a:ext>
              </a:extLst>
            </p:cNvPr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190;p17">
              <a:extLst>
                <a:ext uri="{FF2B5EF4-FFF2-40B4-BE49-F238E27FC236}">
                  <a16:creationId xmlns:a16="http://schemas.microsoft.com/office/drawing/2014/main" id="{E8012D90-BB8F-7DA6-23DC-2C219E6D9B42}"/>
                </a:ext>
              </a:extLst>
            </p:cNvPr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91;p17">
              <a:extLst>
                <a:ext uri="{FF2B5EF4-FFF2-40B4-BE49-F238E27FC236}">
                  <a16:creationId xmlns:a16="http://schemas.microsoft.com/office/drawing/2014/main" id="{D356F673-EE34-0645-C5BA-736FED5397A4}"/>
                </a:ext>
              </a:extLst>
            </p:cNvPr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92;p17">
              <a:extLst>
                <a:ext uri="{FF2B5EF4-FFF2-40B4-BE49-F238E27FC236}">
                  <a16:creationId xmlns:a16="http://schemas.microsoft.com/office/drawing/2014/main" id="{FDDF8B3A-F1E2-DF21-5E1E-A1B647DD4ACA}"/>
                </a:ext>
              </a:extLst>
            </p:cNvPr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93;p17">
              <a:extLst>
                <a:ext uri="{FF2B5EF4-FFF2-40B4-BE49-F238E27FC236}">
                  <a16:creationId xmlns:a16="http://schemas.microsoft.com/office/drawing/2014/main" id="{9EE9A674-7797-40EB-6A0F-2B44029DE05E}"/>
                </a:ext>
              </a:extLst>
            </p:cNvPr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194;p17">
              <a:extLst>
                <a:ext uri="{FF2B5EF4-FFF2-40B4-BE49-F238E27FC236}">
                  <a16:creationId xmlns:a16="http://schemas.microsoft.com/office/drawing/2014/main" id="{6A7762DB-325D-0F36-9277-80323CEEE65F}"/>
                </a:ext>
              </a:extLst>
            </p:cNvPr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" name="Google Shape;195;p17">
              <a:extLst>
                <a:ext uri="{FF2B5EF4-FFF2-40B4-BE49-F238E27FC236}">
                  <a16:creationId xmlns:a16="http://schemas.microsoft.com/office/drawing/2014/main" id="{2E610D80-7CA8-9972-C81E-84BCF8D9AF40}"/>
                </a:ext>
              </a:extLst>
            </p:cNvPr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6" name="Google Shape;507;p23">
            <a:extLst>
              <a:ext uri="{FF2B5EF4-FFF2-40B4-BE49-F238E27FC236}">
                <a16:creationId xmlns:a16="http://schemas.microsoft.com/office/drawing/2014/main" id="{0C8FDEEB-453E-129A-BE3B-765A9D3690D2}"/>
              </a:ext>
            </a:extLst>
          </p:cNvPr>
          <p:cNvGrpSpPr/>
          <p:nvPr/>
        </p:nvGrpSpPr>
        <p:grpSpPr>
          <a:xfrm>
            <a:off x="3708376" y="3776339"/>
            <a:ext cx="427236" cy="385799"/>
            <a:chOff x="6577238" y="2457221"/>
            <a:chExt cx="332019" cy="310788"/>
          </a:xfrm>
        </p:grpSpPr>
        <p:sp>
          <p:nvSpPr>
            <p:cNvPr id="17" name="Google Shape;508;p23">
              <a:extLst>
                <a:ext uri="{FF2B5EF4-FFF2-40B4-BE49-F238E27FC236}">
                  <a16:creationId xmlns:a16="http://schemas.microsoft.com/office/drawing/2014/main" id="{63770B7B-E119-127A-5936-7E57C4D3B552}"/>
                </a:ext>
              </a:extLst>
            </p:cNvPr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09;p23">
              <a:extLst>
                <a:ext uri="{FF2B5EF4-FFF2-40B4-BE49-F238E27FC236}">
                  <a16:creationId xmlns:a16="http://schemas.microsoft.com/office/drawing/2014/main" id="{43F68E65-396F-2273-C03C-2307C0BCB9B2}"/>
                </a:ext>
              </a:extLst>
            </p:cNvPr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10;p23">
              <a:extLst>
                <a:ext uri="{FF2B5EF4-FFF2-40B4-BE49-F238E27FC236}">
                  <a16:creationId xmlns:a16="http://schemas.microsoft.com/office/drawing/2014/main" id="{537382DD-0D90-E6B6-8AAD-11C88944C19C}"/>
                </a:ext>
              </a:extLst>
            </p:cNvPr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11;p23">
              <a:extLst>
                <a:ext uri="{FF2B5EF4-FFF2-40B4-BE49-F238E27FC236}">
                  <a16:creationId xmlns:a16="http://schemas.microsoft.com/office/drawing/2014/main" id="{82E3F443-6C86-FA1B-5331-9AF86D245B8F}"/>
                </a:ext>
              </a:extLst>
            </p:cNvPr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12;p23">
              <a:extLst>
                <a:ext uri="{FF2B5EF4-FFF2-40B4-BE49-F238E27FC236}">
                  <a16:creationId xmlns:a16="http://schemas.microsoft.com/office/drawing/2014/main" id="{4649A082-9DAF-D358-A013-2A1C3B66093D}"/>
                </a:ext>
              </a:extLst>
            </p:cNvPr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13;p23">
              <a:extLst>
                <a:ext uri="{FF2B5EF4-FFF2-40B4-BE49-F238E27FC236}">
                  <a16:creationId xmlns:a16="http://schemas.microsoft.com/office/drawing/2014/main" id="{3E2D839E-6F1E-5D14-1D12-24B66A50D5C2}"/>
                </a:ext>
              </a:extLst>
            </p:cNvPr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4;p19">
            <a:extLst>
              <a:ext uri="{FF2B5EF4-FFF2-40B4-BE49-F238E27FC236}">
                <a16:creationId xmlns:a16="http://schemas.microsoft.com/office/drawing/2014/main" id="{1A08BBBB-DBF2-10AD-26D6-8071C994493F}"/>
              </a:ext>
            </a:extLst>
          </p:cNvPr>
          <p:cNvSpPr txBox="1">
            <a:spLocks/>
          </p:cNvSpPr>
          <p:nvPr/>
        </p:nvSpPr>
        <p:spPr>
          <a:xfrm>
            <a:off x="636495" y="448212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b="1" u="sng" dirty="0">
                <a:latin typeface="Amasis MT Pro Medium" panose="02040604050005020304" pitchFamily="18" charset="0"/>
              </a:rPr>
              <a:t>What we used:</a:t>
            </a:r>
            <a:endParaRPr lang="en-US"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3" name="Google Shape;57;p15">
            <a:extLst>
              <a:ext uri="{FF2B5EF4-FFF2-40B4-BE49-F238E27FC236}">
                <a16:creationId xmlns:a16="http://schemas.microsoft.com/office/drawing/2014/main" id="{97AF5102-F679-6C1D-AB9B-0C649BCFBFA6}"/>
              </a:ext>
            </a:extLst>
          </p:cNvPr>
          <p:cNvGrpSpPr/>
          <p:nvPr/>
        </p:nvGrpSpPr>
        <p:grpSpPr>
          <a:xfrm rot="1578645" flipH="1">
            <a:off x="4442036" y="3443251"/>
            <a:ext cx="1864560" cy="2051285"/>
            <a:chOff x="4718425" y="934625"/>
            <a:chExt cx="1467100" cy="1605800"/>
          </a:xfrm>
        </p:grpSpPr>
        <p:cxnSp>
          <p:nvCxnSpPr>
            <p:cNvPr id="4" name="Google Shape;58;p15">
              <a:extLst>
                <a:ext uri="{FF2B5EF4-FFF2-40B4-BE49-F238E27FC236}">
                  <a16:creationId xmlns:a16="http://schemas.microsoft.com/office/drawing/2014/main" id="{34C6A706-0B28-7C08-1E64-157987AC9804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59;p15">
              <a:extLst>
                <a:ext uri="{FF2B5EF4-FFF2-40B4-BE49-F238E27FC236}">
                  <a16:creationId xmlns:a16="http://schemas.microsoft.com/office/drawing/2014/main" id="{C66A62C7-7DEF-439F-FC84-7878719076AF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" name="Google Shape;60;p15">
            <a:extLst>
              <a:ext uri="{FF2B5EF4-FFF2-40B4-BE49-F238E27FC236}">
                <a16:creationId xmlns:a16="http://schemas.microsoft.com/office/drawing/2014/main" id="{81CB8197-55B3-0948-63DD-DD82B42F80B1}"/>
              </a:ext>
            </a:extLst>
          </p:cNvPr>
          <p:cNvGrpSpPr/>
          <p:nvPr/>
        </p:nvGrpSpPr>
        <p:grpSpPr>
          <a:xfrm rot="1578645" flipH="1">
            <a:off x="3045667" y="4455044"/>
            <a:ext cx="1050792" cy="2131157"/>
            <a:chOff x="6176375" y="2540550"/>
            <a:chExt cx="826800" cy="1668325"/>
          </a:xfrm>
        </p:grpSpPr>
        <p:cxnSp>
          <p:nvCxnSpPr>
            <p:cNvPr id="7" name="Google Shape;61;p15">
              <a:extLst>
                <a:ext uri="{FF2B5EF4-FFF2-40B4-BE49-F238E27FC236}">
                  <a16:creationId xmlns:a16="http://schemas.microsoft.com/office/drawing/2014/main" id="{9297DB83-1220-4456-A6F6-95CF22EA3E8E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2;p15">
              <a:extLst>
                <a:ext uri="{FF2B5EF4-FFF2-40B4-BE49-F238E27FC236}">
                  <a16:creationId xmlns:a16="http://schemas.microsoft.com/office/drawing/2014/main" id="{4EA7917F-B49E-7153-34EB-4236D0F98DB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" name="Google Shape;63;p15">
            <a:extLst>
              <a:ext uri="{FF2B5EF4-FFF2-40B4-BE49-F238E27FC236}">
                <a16:creationId xmlns:a16="http://schemas.microsoft.com/office/drawing/2014/main" id="{174DEF80-135A-1F91-A830-F44FB104EDD7}"/>
              </a:ext>
            </a:extLst>
          </p:cNvPr>
          <p:cNvGrpSpPr/>
          <p:nvPr/>
        </p:nvGrpSpPr>
        <p:grpSpPr>
          <a:xfrm rot="1578645" flipH="1">
            <a:off x="4140935" y="3041391"/>
            <a:ext cx="844524" cy="2057609"/>
            <a:chOff x="6042175" y="934625"/>
            <a:chExt cx="664500" cy="1610750"/>
          </a:xfrm>
        </p:grpSpPr>
        <p:cxnSp>
          <p:nvCxnSpPr>
            <p:cNvPr id="10" name="Google Shape;64;p15">
              <a:extLst>
                <a:ext uri="{FF2B5EF4-FFF2-40B4-BE49-F238E27FC236}">
                  <a16:creationId xmlns:a16="http://schemas.microsoft.com/office/drawing/2014/main" id="{0A839028-2900-7439-F282-B0EF832D30D9}"/>
                </a:ext>
              </a:extLst>
            </p:cNvPr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65;p15">
              <a:extLst>
                <a:ext uri="{FF2B5EF4-FFF2-40B4-BE49-F238E27FC236}">
                  <a16:creationId xmlns:a16="http://schemas.microsoft.com/office/drawing/2014/main" id="{CEA9B10D-5A7F-324E-6D70-B8B6EB13F52D}"/>
                </a:ext>
              </a:extLst>
            </p:cNvPr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A69EDD50-BCEF-B590-BC58-5095B06251BE}"/>
              </a:ext>
            </a:extLst>
          </p:cNvPr>
          <p:cNvGrpSpPr/>
          <p:nvPr/>
        </p:nvGrpSpPr>
        <p:grpSpPr>
          <a:xfrm rot="1578645" flipH="1">
            <a:off x="2317300" y="3702963"/>
            <a:ext cx="2360407" cy="933988"/>
            <a:chOff x="6185550" y="1814200"/>
            <a:chExt cx="1857250" cy="731150"/>
          </a:xfrm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3805671-562C-D262-E127-7A59ED87D3B9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9D495B7D-77F7-9536-E3DA-21FCCE185ED9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69;p15">
            <a:extLst>
              <a:ext uri="{FF2B5EF4-FFF2-40B4-BE49-F238E27FC236}">
                <a16:creationId xmlns:a16="http://schemas.microsoft.com/office/drawing/2014/main" id="{3C9463DF-1B63-F39C-F0B2-DD3D87059B87}"/>
              </a:ext>
            </a:extLst>
          </p:cNvPr>
          <p:cNvGrpSpPr/>
          <p:nvPr/>
        </p:nvGrpSpPr>
        <p:grpSpPr>
          <a:xfrm rot="1578645" flipH="1">
            <a:off x="3719148" y="5226518"/>
            <a:ext cx="2314210" cy="1166894"/>
            <a:chOff x="4369400" y="2545175"/>
            <a:chExt cx="1820900" cy="913475"/>
          </a:xfrm>
        </p:grpSpPr>
        <p:cxnSp>
          <p:nvCxnSpPr>
            <p:cNvPr id="16" name="Google Shape;70;p15">
              <a:extLst>
                <a:ext uri="{FF2B5EF4-FFF2-40B4-BE49-F238E27FC236}">
                  <a16:creationId xmlns:a16="http://schemas.microsoft.com/office/drawing/2014/main" id="{A15882B2-D3CE-6360-0C53-9FC29EA3FEAA}"/>
                </a:ext>
              </a:extLst>
            </p:cNvPr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71;p15">
              <a:extLst>
                <a:ext uri="{FF2B5EF4-FFF2-40B4-BE49-F238E27FC236}">
                  <a16:creationId xmlns:a16="http://schemas.microsoft.com/office/drawing/2014/main" id="{D2BDCD61-1ECD-35D3-C36F-A4263DC25A5E}"/>
                </a:ext>
              </a:extLst>
            </p:cNvPr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2;p15">
            <a:extLst>
              <a:ext uri="{FF2B5EF4-FFF2-40B4-BE49-F238E27FC236}">
                <a16:creationId xmlns:a16="http://schemas.microsoft.com/office/drawing/2014/main" id="{3CA377B6-3C35-FA67-3F4A-6E04A678F356}"/>
              </a:ext>
            </a:extLst>
          </p:cNvPr>
          <p:cNvGrpSpPr/>
          <p:nvPr/>
        </p:nvGrpSpPr>
        <p:grpSpPr>
          <a:xfrm rot="1578645" flipH="1">
            <a:off x="3743151" y="4931750"/>
            <a:ext cx="1518458" cy="2046144"/>
            <a:chOff x="4995600" y="2545225"/>
            <a:chExt cx="1194775" cy="1601775"/>
          </a:xfrm>
        </p:grpSpPr>
        <p:cxnSp>
          <p:nvCxnSpPr>
            <p:cNvPr id="19" name="Google Shape;73;p15">
              <a:extLst>
                <a:ext uri="{FF2B5EF4-FFF2-40B4-BE49-F238E27FC236}">
                  <a16:creationId xmlns:a16="http://schemas.microsoft.com/office/drawing/2014/main" id="{2FF28DFA-346C-D6F8-171D-FF8F4CA0DFBA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4A5E3380-F58D-6715-5153-ED5B5A40BDD2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1" name="Google Shape;75;p15">
            <a:extLst>
              <a:ext uri="{FF2B5EF4-FFF2-40B4-BE49-F238E27FC236}">
                <a16:creationId xmlns:a16="http://schemas.microsoft.com/office/drawing/2014/main" id="{C4886FEF-4741-1F65-32DB-0503BE676232}"/>
              </a:ext>
            </a:extLst>
          </p:cNvPr>
          <p:cNvGrpSpPr/>
          <p:nvPr/>
        </p:nvGrpSpPr>
        <p:grpSpPr>
          <a:xfrm rot="1578645" flipH="1">
            <a:off x="2664484" y="4586743"/>
            <a:ext cx="1646280" cy="794174"/>
            <a:chOff x="6190400" y="2545375"/>
            <a:chExt cx="1295350" cy="621700"/>
          </a:xfrm>
        </p:grpSpPr>
        <p:cxnSp>
          <p:nvCxnSpPr>
            <p:cNvPr id="22" name="Google Shape;76;p15">
              <a:extLst>
                <a:ext uri="{FF2B5EF4-FFF2-40B4-BE49-F238E27FC236}">
                  <a16:creationId xmlns:a16="http://schemas.microsoft.com/office/drawing/2014/main" id="{B6AAC219-7D2F-4D0F-BD7E-C589C6E52142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7;p15">
              <a:extLst>
                <a:ext uri="{FF2B5EF4-FFF2-40B4-BE49-F238E27FC236}">
                  <a16:creationId xmlns:a16="http://schemas.microsoft.com/office/drawing/2014/main" id="{DBDF7BB2-6BA5-FF88-53E6-C0045E910BA8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78;p15">
            <a:extLst>
              <a:ext uri="{FF2B5EF4-FFF2-40B4-BE49-F238E27FC236}">
                <a16:creationId xmlns:a16="http://schemas.microsoft.com/office/drawing/2014/main" id="{843EE669-944A-6EA6-13B0-F6FADB7DEA55}"/>
              </a:ext>
            </a:extLst>
          </p:cNvPr>
          <p:cNvGrpSpPr/>
          <p:nvPr/>
        </p:nvGrpSpPr>
        <p:grpSpPr>
          <a:xfrm rot="1578645" flipH="1">
            <a:off x="4116933" y="4849053"/>
            <a:ext cx="1858587" cy="580206"/>
            <a:chOff x="4718425" y="2096250"/>
            <a:chExt cx="1462400" cy="454200"/>
          </a:xfrm>
        </p:grpSpPr>
        <p:cxnSp>
          <p:nvCxnSpPr>
            <p:cNvPr id="25" name="Google Shape;79;p15">
              <a:extLst>
                <a:ext uri="{FF2B5EF4-FFF2-40B4-BE49-F238E27FC236}">
                  <a16:creationId xmlns:a16="http://schemas.microsoft.com/office/drawing/2014/main" id="{A4B32785-912F-9D25-DA44-55AA3129B6B1}"/>
                </a:ext>
              </a:extLst>
            </p:cNvPr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80;p15">
              <a:extLst>
                <a:ext uri="{FF2B5EF4-FFF2-40B4-BE49-F238E27FC236}">
                  <a16:creationId xmlns:a16="http://schemas.microsoft.com/office/drawing/2014/main" id="{BAA40781-6DE9-05CE-47E9-AAF885785460}"/>
                </a:ext>
              </a:extLst>
            </p:cNvPr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2AE53C0B-CE08-A371-2EAD-45EAAAD42B90}"/>
              </a:ext>
            </a:extLst>
          </p:cNvPr>
          <p:cNvGrpSpPr/>
          <p:nvPr/>
        </p:nvGrpSpPr>
        <p:grpSpPr>
          <a:xfrm rot="1578645" flipH="1">
            <a:off x="3389773" y="3551576"/>
            <a:ext cx="1324596" cy="1330818"/>
            <a:chOff x="6185500" y="1498650"/>
            <a:chExt cx="1042238" cy="1041800"/>
          </a:xfrm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23C3F243-B810-8A06-8F61-EBE69183EBFC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F18CBDFB-2E4D-4A81-2A6F-2ACE65789A10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84;p15">
            <a:extLst>
              <a:ext uri="{FF2B5EF4-FFF2-40B4-BE49-F238E27FC236}">
                <a16:creationId xmlns:a16="http://schemas.microsoft.com/office/drawing/2014/main" id="{1CE20C03-6B1A-D6E1-E46A-8411645552A8}"/>
              </a:ext>
            </a:extLst>
          </p:cNvPr>
          <p:cNvGrpSpPr/>
          <p:nvPr/>
        </p:nvGrpSpPr>
        <p:grpSpPr>
          <a:xfrm rot="1578645" flipH="1">
            <a:off x="3559528" y="4251800"/>
            <a:ext cx="1488497" cy="1496118"/>
            <a:chOff x="5587975" y="1952850"/>
            <a:chExt cx="1171200" cy="1171200"/>
          </a:xfrm>
        </p:grpSpPr>
        <p:sp>
          <p:nvSpPr>
            <p:cNvPr id="31" name="Google Shape;85;p15">
              <a:extLst>
                <a:ext uri="{FF2B5EF4-FFF2-40B4-BE49-F238E27FC236}">
                  <a16:creationId xmlns:a16="http://schemas.microsoft.com/office/drawing/2014/main" id="{5B7B9CB3-7E48-9AFF-50AF-9CC0C79F7EDA}"/>
                </a:ext>
              </a:extLst>
            </p:cNvPr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6;p15">
              <a:extLst>
                <a:ext uri="{FF2B5EF4-FFF2-40B4-BE49-F238E27FC236}">
                  <a16:creationId xmlns:a16="http://schemas.microsoft.com/office/drawing/2014/main" id="{D303D944-6587-43D7-96FA-F997033CF5B8}"/>
                </a:ext>
              </a:extLst>
            </p:cNvPr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  <p:grpSp>
        <p:nvGrpSpPr>
          <p:cNvPr id="33" name="Google Shape;87;p15">
            <a:extLst>
              <a:ext uri="{FF2B5EF4-FFF2-40B4-BE49-F238E27FC236}">
                <a16:creationId xmlns:a16="http://schemas.microsoft.com/office/drawing/2014/main" id="{D7535EEE-1F7F-40C3-D0F0-40645812B920}"/>
              </a:ext>
            </a:extLst>
          </p:cNvPr>
          <p:cNvGrpSpPr/>
          <p:nvPr/>
        </p:nvGrpSpPr>
        <p:grpSpPr>
          <a:xfrm>
            <a:off x="3962647" y="4697186"/>
            <a:ext cx="691341" cy="693586"/>
            <a:chOff x="1421638" y="4125629"/>
            <a:chExt cx="374709" cy="374010"/>
          </a:xfrm>
        </p:grpSpPr>
        <p:sp>
          <p:nvSpPr>
            <p:cNvPr id="34" name="Google Shape;88;p15">
              <a:extLst>
                <a:ext uri="{FF2B5EF4-FFF2-40B4-BE49-F238E27FC236}">
                  <a16:creationId xmlns:a16="http://schemas.microsoft.com/office/drawing/2014/main" id="{321C2C0D-55F8-4EE7-6A5B-2E55E383A5B8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;p15">
              <a:extLst>
                <a:ext uri="{FF2B5EF4-FFF2-40B4-BE49-F238E27FC236}">
                  <a16:creationId xmlns:a16="http://schemas.microsoft.com/office/drawing/2014/main" id="{C46C6461-FA84-A2DD-429C-D047D16E2F2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" name="Picture 4" descr="Visual Studio Code">
            <a:extLst>
              <a:ext uri="{FF2B5EF4-FFF2-40B4-BE49-F238E27FC236}">
                <a16:creationId xmlns:a16="http://schemas.microsoft.com/office/drawing/2014/main" id="{B57642E8-FAE3-3BAE-FAF0-92F87A085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29" y="3118797"/>
            <a:ext cx="1531726" cy="153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6" descr="HTML">
            <a:extLst>
              <a:ext uri="{FF2B5EF4-FFF2-40B4-BE49-F238E27FC236}">
                <a16:creationId xmlns:a16="http://schemas.microsoft.com/office/drawing/2014/main" id="{8E9448E5-AA5D-D552-E361-111AEAB25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670" y="1315648"/>
            <a:ext cx="1521728" cy="152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8" descr="CSS">
            <a:extLst>
              <a:ext uri="{FF2B5EF4-FFF2-40B4-BE49-F238E27FC236}">
                <a16:creationId xmlns:a16="http://schemas.microsoft.com/office/drawing/2014/main" id="{CB471DA4-1EB7-DBCD-824C-B9E5B7654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893" y="1289210"/>
            <a:ext cx="1521728" cy="152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0" descr="javascript logo png, javascript icon transparent png 27127463 PNG">
            <a:extLst>
              <a:ext uri="{FF2B5EF4-FFF2-40B4-BE49-F238E27FC236}">
                <a16:creationId xmlns:a16="http://schemas.microsoft.com/office/drawing/2014/main" id="{98DFDBE4-1096-5194-1178-C62FB7BE4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203" y="1301138"/>
            <a:ext cx="1568905" cy="1568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Teams">
            <a:extLst>
              <a:ext uri="{FF2B5EF4-FFF2-40B4-BE49-F238E27FC236}">
                <a16:creationId xmlns:a16="http://schemas.microsoft.com/office/drawing/2014/main" id="{4872E3CD-7E19-9C16-C6CB-25C0F85B5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479" y="1382915"/>
            <a:ext cx="1329584" cy="132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0" descr="PowerPoint">
            <a:extLst>
              <a:ext uri="{FF2B5EF4-FFF2-40B4-BE49-F238E27FC236}">
                <a16:creationId xmlns:a16="http://schemas.microsoft.com/office/drawing/2014/main" id="{7BA27EF4-17AE-CCB3-1114-0D8B29E14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02" y="1342891"/>
            <a:ext cx="1448278" cy="144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GitHub">
            <a:extLst>
              <a:ext uri="{FF2B5EF4-FFF2-40B4-BE49-F238E27FC236}">
                <a16:creationId xmlns:a16="http://schemas.microsoft.com/office/drawing/2014/main" id="{445CEEAF-70BD-67F1-B9C4-A409D59D5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268" y="3125842"/>
            <a:ext cx="1524681" cy="152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24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54;p19">
            <a:extLst>
              <a:ext uri="{FF2B5EF4-FFF2-40B4-BE49-F238E27FC236}">
                <a16:creationId xmlns:a16="http://schemas.microsoft.com/office/drawing/2014/main" id="{870B9CFF-B3D5-1BDC-359B-F8C83016B663}"/>
              </a:ext>
            </a:extLst>
          </p:cNvPr>
          <p:cNvSpPr txBox="1">
            <a:spLocks/>
          </p:cNvSpPr>
          <p:nvPr/>
        </p:nvSpPr>
        <p:spPr>
          <a:xfrm>
            <a:off x="1686130" y="1086002"/>
            <a:ext cx="5771739" cy="2971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b="1" u="sng" dirty="0">
                <a:latin typeface="Amasis MT Pro Medium" panose="02040604050005020304" pitchFamily="18" charset="0"/>
              </a:rPr>
              <a:t>Let’s move onto our website now</a:t>
            </a:r>
            <a:endParaRPr lang="en-US"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053897F2-C6DE-02DD-4332-E153ED013F0E}"/>
              </a:ext>
            </a:extLst>
          </p:cNvPr>
          <p:cNvGrpSpPr/>
          <p:nvPr/>
        </p:nvGrpSpPr>
        <p:grpSpPr>
          <a:xfrm rot="1578645" flipH="1">
            <a:off x="6525736" y="3912766"/>
            <a:ext cx="7175244" cy="2779168"/>
            <a:chOff x="6185550" y="1814200"/>
            <a:chExt cx="1857250" cy="731150"/>
          </a:xfrm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22B5A0A-F819-A372-E8DA-15561FBA1461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A1DF3D71-259E-1B63-6AE9-926EE223F6A1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57;p15">
            <a:extLst>
              <a:ext uri="{FF2B5EF4-FFF2-40B4-BE49-F238E27FC236}">
                <a16:creationId xmlns:a16="http://schemas.microsoft.com/office/drawing/2014/main" id="{EF15BDD7-9D58-2AED-371F-ADE3BBE4C3DF}"/>
              </a:ext>
            </a:extLst>
          </p:cNvPr>
          <p:cNvGrpSpPr/>
          <p:nvPr/>
        </p:nvGrpSpPr>
        <p:grpSpPr>
          <a:xfrm rot="21131240" flipH="1">
            <a:off x="1009453" y="3424102"/>
            <a:ext cx="4079514" cy="4473794"/>
            <a:chOff x="4718425" y="934625"/>
            <a:chExt cx="1467100" cy="1605800"/>
          </a:xfrm>
        </p:grpSpPr>
        <p:cxnSp>
          <p:nvCxnSpPr>
            <p:cNvPr id="16" name="Google Shape;58;p15">
              <a:extLst>
                <a:ext uri="{FF2B5EF4-FFF2-40B4-BE49-F238E27FC236}">
                  <a16:creationId xmlns:a16="http://schemas.microsoft.com/office/drawing/2014/main" id="{19234674-4814-C7BA-1258-91839BFD36F6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59;p15">
              <a:extLst>
                <a:ext uri="{FF2B5EF4-FFF2-40B4-BE49-F238E27FC236}">
                  <a16:creationId xmlns:a16="http://schemas.microsoft.com/office/drawing/2014/main" id="{4AB28075-9D5A-4372-2D6B-A888143A9CB3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5;p15">
            <a:extLst>
              <a:ext uri="{FF2B5EF4-FFF2-40B4-BE49-F238E27FC236}">
                <a16:creationId xmlns:a16="http://schemas.microsoft.com/office/drawing/2014/main" id="{1C4968D7-A7C3-31C6-A645-C08300210FD4}"/>
              </a:ext>
            </a:extLst>
          </p:cNvPr>
          <p:cNvGrpSpPr/>
          <p:nvPr/>
        </p:nvGrpSpPr>
        <p:grpSpPr>
          <a:xfrm rot="1578645" flipH="1">
            <a:off x="7650835" y="-547626"/>
            <a:ext cx="6262031" cy="3276058"/>
            <a:chOff x="6190400" y="2545375"/>
            <a:chExt cx="1295350" cy="621700"/>
          </a:xfrm>
        </p:grpSpPr>
        <p:cxnSp>
          <p:nvCxnSpPr>
            <p:cNvPr id="19" name="Google Shape;76;p15">
              <a:extLst>
                <a:ext uri="{FF2B5EF4-FFF2-40B4-BE49-F238E27FC236}">
                  <a16:creationId xmlns:a16="http://schemas.microsoft.com/office/drawing/2014/main" id="{5BBD88B2-C746-4A02-313D-B8EAA9E9F77C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7;p15">
              <a:extLst>
                <a:ext uri="{FF2B5EF4-FFF2-40B4-BE49-F238E27FC236}">
                  <a16:creationId xmlns:a16="http://schemas.microsoft.com/office/drawing/2014/main" id="{70E1C7EA-9B79-A48B-6EF7-C8A49129B9D1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72;p15">
            <a:extLst>
              <a:ext uri="{FF2B5EF4-FFF2-40B4-BE49-F238E27FC236}">
                <a16:creationId xmlns:a16="http://schemas.microsoft.com/office/drawing/2014/main" id="{EF8BAE16-7A6C-1C3D-0508-9EF741430737}"/>
              </a:ext>
            </a:extLst>
          </p:cNvPr>
          <p:cNvGrpSpPr/>
          <p:nvPr/>
        </p:nvGrpSpPr>
        <p:grpSpPr>
          <a:xfrm rot="1578645" flipH="1">
            <a:off x="-128278" y="-4084209"/>
            <a:ext cx="4200248" cy="5701212"/>
            <a:chOff x="4995600" y="2545225"/>
            <a:chExt cx="1194775" cy="1601775"/>
          </a:xfrm>
        </p:grpSpPr>
        <p:cxnSp>
          <p:nvCxnSpPr>
            <p:cNvPr id="22" name="Google Shape;73;p15">
              <a:extLst>
                <a:ext uri="{FF2B5EF4-FFF2-40B4-BE49-F238E27FC236}">
                  <a16:creationId xmlns:a16="http://schemas.microsoft.com/office/drawing/2014/main" id="{C49C5228-E03C-7ED1-F3B9-0DFE8C1277DD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4;p15">
              <a:extLst>
                <a:ext uri="{FF2B5EF4-FFF2-40B4-BE49-F238E27FC236}">
                  <a16:creationId xmlns:a16="http://schemas.microsoft.com/office/drawing/2014/main" id="{40DA009B-2494-3C4E-A03D-FADF94409D1A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4" name="Google Shape;60;p15">
            <a:extLst>
              <a:ext uri="{FF2B5EF4-FFF2-40B4-BE49-F238E27FC236}">
                <a16:creationId xmlns:a16="http://schemas.microsoft.com/office/drawing/2014/main" id="{6A462997-47EC-EC3E-2159-9574C753C9C3}"/>
              </a:ext>
            </a:extLst>
          </p:cNvPr>
          <p:cNvGrpSpPr/>
          <p:nvPr/>
        </p:nvGrpSpPr>
        <p:grpSpPr>
          <a:xfrm rot="13018143" flipH="1">
            <a:off x="-899966" y="2226741"/>
            <a:ext cx="2442276" cy="5060482"/>
            <a:chOff x="6176375" y="2540550"/>
            <a:chExt cx="826800" cy="1668325"/>
          </a:xfrm>
        </p:grpSpPr>
        <p:cxnSp>
          <p:nvCxnSpPr>
            <p:cNvPr id="25" name="Google Shape;61;p15">
              <a:extLst>
                <a:ext uri="{FF2B5EF4-FFF2-40B4-BE49-F238E27FC236}">
                  <a16:creationId xmlns:a16="http://schemas.microsoft.com/office/drawing/2014/main" id="{CABD8841-A2F6-39AA-7DB3-16C5B9D52469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62;p15">
              <a:extLst>
                <a:ext uri="{FF2B5EF4-FFF2-40B4-BE49-F238E27FC236}">
                  <a16:creationId xmlns:a16="http://schemas.microsoft.com/office/drawing/2014/main" id="{E9842E21-FB41-04F6-1B06-765B4F73D01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0DF0CCFC-4B7E-A3F2-4929-65CF0F27EC3C}"/>
              </a:ext>
            </a:extLst>
          </p:cNvPr>
          <p:cNvGrpSpPr/>
          <p:nvPr/>
        </p:nvGrpSpPr>
        <p:grpSpPr>
          <a:xfrm rot="15403300" flipH="1">
            <a:off x="3954823" y="-4726972"/>
            <a:ext cx="5878322" cy="5817805"/>
            <a:chOff x="6185500" y="1498650"/>
            <a:chExt cx="1042238" cy="1041800"/>
          </a:xfrm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87A961E3-6593-86A2-932F-9AFF2C4CE088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228E07FD-27AA-BA82-9D55-0DF868F69991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969962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152</Words>
  <Application>Microsoft Office PowerPoint</Application>
  <PresentationFormat>On-screen Show (16:9)</PresentationFormat>
  <Paragraphs>35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Amasis MT Pro Medium</vt:lpstr>
      <vt:lpstr>Arial</vt:lpstr>
      <vt:lpstr>Fira Sans Extra Condensed Medium</vt:lpstr>
      <vt:lpstr>Fira Sans Extra Condensed SemiBold</vt:lpstr>
      <vt:lpstr>Roboto</vt:lpstr>
      <vt:lpstr>Project Management Infographics by Slidesgo</vt:lpstr>
      <vt:lpstr>Project Learning by Doing : LearnIT</vt:lpstr>
      <vt:lpstr>Our team:</vt:lpstr>
      <vt:lpstr>The concepts of our idea</vt:lpstr>
      <vt:lpstr>Our main goals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Димана Г. Фотева</cp:lastModifiedBy>
  <cp:revision>7</cp:revision>
  <dcterms:modified xsi:type="dcterms:W3CDTF">2025-11-30T07:29:42Z</dcterms:modified>
</cp:coreProperties>
</file>